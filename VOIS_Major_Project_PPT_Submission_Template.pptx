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1.xml" ContentType="application/xml"/>
  <Override PartName="/customXml/itemProps1.xml" ContentType="application/vnd.openxmlformats-officedocument.customXmlProperties+xml"/>
  <Override PartName="/customXml/item2.xml" ContentType="application/xml"/>
  <Override PartName="/customXml/_rels/item3.xml.rels" ContentType="application/vnd.openxmlformats-package.relationships+xml"/>
  <Override PartName="/customXml/_rels/item2.xml.rels" ContentType="application/vnd.openxmlformats-package.relationships+xml"/>
  <Override PartName="/customXml/_rels/item1.xml.rels" ContentType="application/vnd.openxmlformats-package.relationships+xml"/>
  <Override PartName="/customXml/itemProps2.xml" ContentType="application/vnd.openxmlformats-officedocument.customXmlProperties+xml"/>
  <Override PartName="/customXml/item3.xml" ContentType="application/xml"/>
  <Override PartName="/customXml/itemProps3.xml" ContentType="application/vnd.openxmlformats-officedocument.customXmlProperties+xml"/>
  <Override PartName="/ppt/presentation.xml" ContentType="application/vnd.openxmlformats-officedocument.presentationml.presentation.main+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8.xml" ContentType="application/vnd.openxmlformats-officedocument.presentationml.slideMaster+xml"/>
  <Override PartName="/ppt/slideMasters/slideMaster7.xml" ContentType="application/vnd.openxmlformats-officedocument.presentationml.slideMaster+xml"/>
  <Override PartName="/ppt/slideMasters/slideMaster6.xml" ContentType="application/vnd.openxmlformats-officedocument.presentationml.slideMaster+xml"/>
  <Override PartName="/ppt/slideMasters/slideMaster5.xml" ContentType="application/vnd.openxmlformats-officedocument.presentationml.slideMaster+xml"/>
  <Override PartName="/ppt/slideMasters/slideMaster21.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18.xml" ContentType="application/vnd.openxmlformats-officedocument.presentationml.slideMaster+xml"/>
  <Override PartName="/ppt/slideMasters/slideMaster17.xml" ContentType="application/vnd.openxmlformats-officedocument.presentationml.slideMaster+xml"/>
  <Override PartName="/ppt/slideMasters/slideMaster16.xml" ContentType="application/vnd.openxmlformats-officedocument.presentationml.slideMaster+xml"/>
  <Override PartName="/ppt/slideMasters/slideMaster4.xml" ContentType="application/vnd.openxmlformats-officedocument.presentationml.slideMaster+xml"/>
  <Override PartName="/ppt/slideMasters/slideMaster15.xml" ContentType="application/vnd.openxmlformats-officedocument.presentationml.slideMaster+xml"/>
  <Override PartName="/ppt/slideMasters/slideMaster3.xml" ContentType="application/vnd.openxmlformats-officedocument.presentationml.slideMaster+xml"/>
  <Override PartName="/ppt/slideMasters/_rels/slideMaster4.xml.rels" ContentType="application/vnd.openxmlformats-package.relationships+xml"/>
  <Override PartName="/ppt/slideMasters/_rels/slideMaster15.xml.rels" ContentType="application/vnd.openxmlformats-package.relationships+xml"/>
  <Override PartName="/ppt/slideMasters/_rels/slideMaster1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_rels/slideMaster12.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_rels/slideMaster11.xml.rels" ContentType="application/vnd.openxmlformats-package.relationships+xml"/>
  <Override PartName="/ppt/slideMasters/_rels/slideMaster10.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21.xml.rels" ContentType="application/vnd.openxmlformats-package.relationships+xml"/>
  <Override PartName="/ppt/slideMasters/_rels/slideMaster19.xml.rels" ContentType="application/vnd.openxmlformats-package.relationships+xml"/>
  <Override PartName="/ppt/slideMasters/_rels/slideMaster7.xml.rels" ContentType="application/vnd.openxmlformats-package.relationships+xml"/>
  <Override PartName="/ppt/slideMasters/_rels/slideMaster20.xml.rels" ContentType="application/vnd.openxmlformats-package.relationships+xml"/>
  <Override PartName="/ppt/slideMasters/_rels/slideMaster18.xml.rels" ContentType="application/vnd.openxmlformats-package.relationships+xml"/>
  <Override PartName="/ppt/slideMasters/_rels/slideMaster6.xml.rels" ContentType="application/vnd.openxmlformats-package.relationships+xml"/>
  <Override PartName="/ppt/slideMasters/_rels/slideMaster17.xml.rels" ContentType="application/vnd.openxmlformats-package.relationships+xml"/>
  <Override PartName="/ppt/slideMasters/_rels/slideMaster5.xml.rels" ContentType="application/vnd.openxmlformats-package.relationships+xml"/>
  <Override PartName="/ppt/slideMasters/_rels/slideMaster16.xml.rels" ContentType="application/vnd.openxmlformats-package.relationships+xml"/>
  <Override PartName="/ppt/slideMasters/slideMaster14.xml" ContentType="application/vnd.openxmlformats-officedocument.presentationml.slideMaster+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slideMasters/slideMaster13.xml" ContentType="application/vnd.openxmlformats-officedocument.presentationml.slideMaster+xml"/>
  <Override PartName="/ppt/presProps.xml" ContentType="application/vnd.openxmlformats-officedocument.presentationml.presProps+xml"/>
  <Override PartName="/ppt/theme/theme10.xml" ContentType="application/vnd.openxmlformats-officedocument.theme+xml"/>
  <Override PartName="/ppt/theme/theme9.xml" ContentType="application/vnd.openxmlformats-officedocument.theme+xml"/>
  <Override PartName="/ppt/theme/theme8.xml" ContentType="application/vnd.openxmlformats-officedocument.theme+xml"/>
  <Override PartName="/ppt/theme/theme7.xml" ContentType="application/vnd.openxmlformats-officedocument.theme+xml"/>
  <Override PartName="/ppt/theme/theme6.xml" ContentType="application/vnd.openxmlformats-officedocument.theme+xml"/>
  <Override PartName="/ppt/theme/theme5.xml" ContentType="application/vnd.openxmlformats-officedocument.theme+xml"/>
  <Override PartName="/ppt/theme/theme4.xml" ContentType="application/vnd.openxmlformats-officedocument.theme+xml"/>
  <Override PartName="/ppt/theme/theme13.xml" ContentType="application/vnd.openxmlformats-officedocument.theme+xml"/>
  <Override PartName="/ppt/theme/theme3.xml" ContentType="application/vnd.openxmlformats-officedocument.theme+xml"/>
  <Override PartName="/ppt/theme/theme22.xml" ContentType="application/vnd.openxmlformats-officedocument.theme+xml"/>
  <Override PartName="/ppt/theme/theme21.xml" ContentType="application/vnd.openxmlformats-officedocument.theme+xml"/>
  <Override PartName="/ppt/theme/theme19.xml" ContentType="application/vnd.openxmlformats-officedocument.theme+xml"/>
  <Override PartName="/ppt/theme/theme20.xml" ContentType="application/vnd.openxmlformats-officedocument.theme+xml"/>
  <Override PartName="/ppt/theme/theme18.xml" ContentType="application/vnd.openxmlformats-officedocument.theme+xml"/>
  <Override PartName="/ppt/theme/theme17.xml" ContentType="application/vnd.openxmlformats-officedocument.theme+xml"/>
  <Override PartName="/ppt/theme/theme16.xml" ContentType="application/vnd.openxmlformats-officedocument.theme+xml"/>
  <Override PartName="/ppt/theme/theme15.xml" ContentType="application/vnd.openxmlformats-officedocument.theme+xml"/>
  <Override PartName="/ppt/theme/theme14.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4.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1.xml" ContentType="application/vnd.openxmlformats-officedocument.presentationml.slideLayout+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1.xml.rels" ContentType="application/vnd.openxmlformats-package.relationships+xml"/>
  <Override PartName="/ppt/slideLayouts/_rels/slideLayout1.xml.rels" ContentType="application/vnd.openxmlformats-package.relationships+xml"/>
  <Override PartName="/ppt/slideLayouts/_rels/slideLayout19.xml.rels" ContentType="application/vnd.openxmlformats-package.relationships+xml"/>
  <Override PartName="/ppt/slideLayouts/_rels/slideLayout20.xml.rels" ContentType="application/vnd.openxmlformats-package.relationships+xml"/>
  <Override PartName="/ppt/slideLayouts/_rels/slideLayout18.xml.rels" ContentType="application/vnd.openxmlformats-package.relationships+xml"/>
  <Override PartName="/ppt/slideLayouts/slideLayout3.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5.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jpeg" ContentType="image/jpeg"/>
  <Override PartName="/ppt/media/image6.png" ContentType="image/png"/>
  <Override PartName="/ppt/media/image10.png" ContentType="image/png"/>
  <Override PartName="/ppt/media/image2.png" ContentType="image/png"/>
  <Override PartName="/ppt/media/image3.png" ContentType="image/png"/>
  <Override PartName="/ppt/media/image4.png" ContentType="image/png"/>
  <Override PartName="/ppt/media/image5.png" ContentType="image/png"/>
  <Override PartName="/ppt/media/image7.png" ContentType="image/png"/>
  <Override PartName="/ppt/media/image11.png" ContentType="image/png"/>
  <Override PartName="/ppt/media/image8.png" ContentType="image/png"/>
  <Override PartName="/ppt/media/image12.png" ContentType="image/png"/>
  <Override PartName="/ppt/media/image9.png" ContentType="image/png"/>
  <Override PartName="/ppt/media/image13.png" ContentType="image/png"/>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11.xml.rels" ContentType="application/vnd.openxmlformats-package.relationships+xml"/>
  <Override PartName="/ppt/slides/_rels/slide9.xml.rels" ContentType="application/vnd.openxmlformats-package.relationships+xml"/>
  <Override PartName="/ppt/slides/slide13.xml" ContentType="application/vnd.openxmlformats-officedocument.presentationml.slide+xml"/>
  <Override PartName="/ppt/slides/slide14.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notesSlides/_rels/notesSlide5.xml.rels" ContentType="application/vnd.openxmlformats-package.relationships+xml"/>
  <Override PartName="/ppt/notesSlides/notesSlide5.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88" r:id="rId22"/>
  </p:sldMasterIdLst>
  <p:notesMasterIdLst>
    <p:notesMasterId r:id="rId23"/>
  </p:notesMasterIdLst>
  <p:sldIdLst>
    <p:sldId id="256" r:id="rId24"/>
    <p:sldId id="257" r:id="rId25"/>
    <p:sldId id="258" r:id="rId26"/>
    <p:sldId id="259" r:id="rId27"/>
    <p:sldId id="260" r:id="rId28"/>
    <p:sldId id="261" r:id="rId29"/>
    <p:sldId id="262" r:id="rId30"/>
    <p:sldId id="263" r:id="rId31"/>
    <p:sldId id="264" r:id="rId32"/>
    <p:sldId id="265" r:id="rId33"/>
    <p:sldId id="266" r:id="rId34"/>
    <p:sldId id="267" r:id="rId35"/>
    <p:sldId id="268" r:id="rId36"/>
    <p:sldId id="269" r:id="rId37"/>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notesMaster" Target="notesMasters/notesMaster1.xml"/><Relationship Id="rId24" Type="http://schemas.openxmlformats.org/officeDocument/2006/relationships/slide" Target="slides/slide1.xml"/><Relationship Id="rId25" Type="http://schemas.openxmlformats.org/officeDocument/2006/relationships/slide" Target="slides/slide2.xml"/><Relationship Id="rId26" Type="http://schemas.openxmlformats.org/officeDocument/2006/relationships/slide" Target="slides/slide3.xml"/><Relationship Id="rId27" Type="http://schemas.openxmlformats.org/officeDocument/2006/relationships/slide" Target="slides/slide4.xml"/><Relationship Id="rId28" Type="http://schemas.openxmlformats.org/officeDocument/2006/relationships/slide" Target="slides/slide5.xml"/><Relationship Id="rId29" Type="http://schemas.openxmlformats.org/officeDocument/2006/relationships/slide" Target="slides/slide6.xml"/><Relationship Id="rId30" Type="http://schemas.openxmlformats.org/officeDocument/2006/relationships/slide" Target="slides/slide7.xml"/><Relationship Id="rId31" Type="http://schemas.openxmlformats.org/officeDocument/2006/relationships/slide" Target="slides/slide8.xml"/><Relationship Id="rId32" Type="http://schemas.openxmlformats.org/officeDocument/2006/relationships/slide" Target="slides/slide9.xml"/><Relationship Id="rId33" Type="http://schemas.openxmlformats.org/officeDocument/2006/relationships/slide" Target="slides/slide10.xml"/><Relationship Id="rId34" Type="http://schemas.openxmlformats.org/officeDocument/2006/relationships/slide" Target="slides/slide11.xml"/><Relationship Id="rId35" Type="http://schemas.openxmlformats.org/officeDocument/2006/relationships/slide" Target="slides/slide12.xml"/><Relationship Id="rId36" Type="http://schemas.openxmlformats.org/officeDocument/2006/relationships/slide" Target="slides/slide13.xml"/><Relationship Id="rId37" Type="http://schemas.openxmlformats.org/officeDocument/2006/relationships/slide" Target="slides/slide14.xml"/><Relationship Id="rId3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4"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b="0" lang="en-US" sz="1800" spc="-1" strike="noStrike">
                <a:solidFill>
                  <a:schemeClr val="dk1"/>
                </a:solidFill>
                <a:latin typeface="Trebuchet MS"/>
              </a:rPr>
              <a:t>Click to move the slide</a:t>
            </a:r>
            <a:endParaRPr b="0" lang="en-US" sz="1800" spc="-1" strike="noStrike">
              <a:solidFill>
                <a:schemeClr val="dk1"/>
              </a:solidFill>
              <a:latin typeface="Trebuchet MS"/>
            </a:endParaRPr>
          </a:p>
        </p:txBody>
      </p:sp>
      <p:sp>
        <p:nvSpPr>
          <p:cNvPr id="445"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446"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447" name="PlaceHolder 4"/>
          <p:cNvSpPr>
            <a:spLocks noGrp="1"/>
          </p:cNvSpPr>
          <p:nvPr>
            <p:ph type="dt" idx="49"/>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48" name="PlaceHolder 5"/>
          <p:cNvSpPr>
            <a:spLocks noGrp="1"/>
          </p:cNvSpPr>
          <p:nvPr>
            <p:ph type="ftr" idx="50"/>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49" name="PlaceHolder 6"/>
          <p:cNvSpPr>
            <a:spLocks noGrp="1"/>
          </p:cNvSpPr>
          <p:nvPr>
            <p:ph type="sldNum" idx="51"/>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56FBA271-EE30-4AC8-BB63-50A568860772}"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5" name="PlaceHolder 1"/>
          <p:cNvSpPr>
            <a:spLocks noGrp="1"/>
          </p:cNvSpPr>
          <p:nvPr>
            <p:ph type="sldImg"/>
          </p:nvPr>
        </p:nvSpPr>
        <p:spPr>
          <a:xfrm>
            <a:off x="685800" y="1143000"/>
            <a:ext cx="5486040" cy="3085920"/>
          </a:xfrm>
          <a:prstGeom prst="rect">
            <a:avLst/>
          </a:prstGeom>
          <a:ln w="0">
            <a:noFill/>
          </a:ln>
        </p:spPr>
      </p:sp>
      <p:sp>
        <p:nvSpPr>
          <p:cNvPr id="52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527" name="PlaceHolder 3"/>
          <p:cNvSpPr>
            <a:spLocks noGrp="1"/>
          </p:cNvSpPr>
          <p:nvPr>
            <p:ph type="sldNum" idx="52"/>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83C7039D-E508-484E-A9B2-2F59D445830C}"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29" name="PlaceHolder 1"/>
          <p:cNvSpPr>
            <a:spLocks noGrp="1"/>
          </p:cNvSpPr>
          <p:nvPr>
            <p:ph type="title"/>
          </p:nvPr>
        </p:nvSpPr>
        <p:spPr>
          <a:xfrm>
            <a:off x="432000" y="647640"/>
            <a:ext cx="11339640" cy="69984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Trebuchet MS"/>
            </a:endParaRPr>
          </a:p>
        </p:txBody>
      </p:sp>
      <p:sp>
        <p:nvSpPr>
          <p:cNvPr id="30" name="PlaceHolder 2"/>
          <p:cNvSpPr>
            <a:spLocks noGrp="1"/>
          </p:cNvSpPr>
          <p:nvPr>
            <p:ph type="subTitle"/>
          </p:nvPr>
        </p:nvSpPr>
        <p:spPr>
          <a:xfrm>
            <a:off x="5353560" y="2511720"/>
            <a:ext cx="1484640" cy="136764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B440A53B-F796-4945-B1C6-E3B27F2249C9}"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aption">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96476E71-2BA4-4E6B-A3E1-A083001B240E}"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with Caption">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2E832DC6-3B28-4FD8-8037-84DD70BCDB11}"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Name Card">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p>
            <a:r>
              <a:t>Footer</a:t>
            </a:r>
          </a:p>
        </p:txBody>
      </p:sp>
      <p:sp>
        <p:nvSpPr>
          <p:cNvPr id="3" name="PlaceHolder 2"/>
          <p:cNvSpPr>
            <a:spLocks noGrp="1"/>
          </p:cNvSpPr>
          <p:nvPr>
            <p:ph type="sldNum" idx="12"/>
          </p:nvPr>
        </p:nvSpPr>
        <p:spPr/>
        <p:txBody>
          <a:bodyPr/>
          <a:p>
            <a:fld id="{55AECA2F-5EB3-417F-8939-445AE61A6F91}" type="slidenum">
              <a:t>&lt;#&gt;</a:t>
            </a:fld>
          </a:p>
        </p:txBody>
      </p:sp>
      <p:sp>
        <p:nvSpPr>
          <p:cNvPr id="4" name="PlaceHolder 3"/>
          <p:cNvSpPr>
            <a:spLocks noGrp="1"/>
          </p:cNvSpPr>
          <p:nvPr>
            <p:ph type="dt" idx="10"/>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Name Card">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0812DEA7-BD5A-427D-A215-1319638E858C}" type="slidenum">
              <a:t>&lt;#&gt;</a:t>
            </a:fld>
          </a:p>
        </p:txBody>
      </p:sp>
      <p:sp>
        <p:nvSpPr>
          <p:cNvPr id="4" name="PlaceHolder 3"/>
          <p:cNvSpPr>
            <a:spLocks noGrp="1"/>
          </p:cNvSpPr>
          <p:nvPr>
            <p:ph type="dt" idx="1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rue or False">
    <p:spTree>
      <p:nvGrpSpPr>
        <p:cNvPr id="1" name=""/>
        <p:cNvGrpSpPr/>
        <p:nvPr/>
      </p:nvGrpSpPr>
      <p:grpSpPr>
        <a:xfrm>
          <a:off x="0" y="0"/>
          <a:ext cx="0" cy="0"/>
          <a:chOff x="0" y="0"/>
          <a:chExt cx="0" cy="0"/>
        </a:xfrm>
      </p:grpSpPr>
      <p:sp>
        <p:nvSpPr>
          <p:cNvPr id="2" name="PlaceHolder 1"/>
          <p:cNvSpPr>
            <a:spLocks noGrp="1"/>
          </p:cNvSpPr>
          <p:nvPr>
            <p:ph type="ftr" idx="17"/>
          </p:nvPr>
        </p:nvSpPr>
        <p:spPr/>
        <p:txBody>
          <a:bodyPr/>
          <a:p>
            <a:r>
              <a:t>Footer</a:t>
            </a:r>
          </a:p>
        </p:txBody>
      </p:sp>
      <p:sp>
        <p:nvSpPr>
          <p:cNvPr id="3" name="PlaceHolder 2"/>
          <p:cNvSpPr>
            <a:spLocks noGrp="1"/>
          </p:cNvSpPr>
          <p:nvPr>
            <p:ph type="sldNum" idx="18"/>
          </p:nvPr>
        </p:nvSpPr>
        <p:spPr/>
        <p:txBody>
          <a:bodyPr/>
          <a:p>
            <a:fld id="{BCC0982C-48AD-47D9-A815-97CCDDCD3EFF}" type="slidenum">
              <a:t>&lt;#&gt;</a:t>
            </a:fld>
          </a:p>
        </p:txBody>
      </p:sp>
      <p:sp>
        <p:nvSpPr>
          <p:cNvPr id="4" name="PlaceHolder 3"/>
          <p:cNvSpPr>
            <a:spLocks noGrp="1"/>
          </p:cNvSpPr>
          <p:nvPr>
            <p:ph type="dt" idx="16"/>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323369D7-C1FA-4CA7-BA34-EE27310E4401}" type="slidenum">
              <a:t>&lt;#&gt;</a:t>
            </a:fld>
          </a:p>
        </p:txBody>
      </p:sp>
      <p:sp>
        <p:nvSpPr>
          <p:cNvPr id="4" name="PlaceHolder 3"/>
          <p:cNvSpPr>
            <a:spLocks noGrp="1"/>
          </p:cNvSpPr>
          <p:nvPr>
            <p:ph type="dt" idx="19"/>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23"/>
          </p:nvPr>
        </p:nvSpPr>
        <p:spPr/>
        <p:txBody>
          <a:bodyPr/>
          <a:p>
            <a:r>
              <a:t>Footer</a:t>
            </a:r>
          </a:p>
        </p:txBody>
      </p:sp>
      <p:sp>
        <p:nvSpPr>
          <p:cNvPr id="3" name="PlaceHolder 2"/>
          <p:cNvSpPr>
            <a:spLocks noGrp="1"/>
          </p:cNvSpPr>
          <p:nvPr>
            <p:ph type="sldNum" idx="24"/>
          </p:nvPr>
        </p:nvSpPr>
        <p:spPr/>
        <p:txBody>
          <a:bodyPr/>
          <a:p>
            <a:fld id="{08599250-4BBB-482A-8307-6E18A2891F8C}" type="slidenum">
              <a:t>&lt;#&gt;</a:t>
            </a:fld>
          </a:p>
        </p:txBody>
      </p:sp>
      <p:sp>
        <p:nvSpPr>
          <p:cNvPr id="4" name="PlaceHolder 3"/>
          <p:cNvSpPr>
            <a:spLocks noGrp="1"/>
          </p:cNvSpPr>
          <p:nvPr>
            <p:ph type="dt" idx="22"/>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p:spTree>
      <p:nvGrpSpPr>
        <p:cNvPr id="1" name=""/>
        <p:cNvGrpSpPr/>
        <p:nvPr/>
      </p:nvGrpSpPr>
      <p:grpSpPr>
        <a:xfrm>
          <a:off x="0" y="0"/>
          <a:ext cx="0" cy="0"/>
          <a:chOff x="0" y="0"/>
          <a:chExt cx="0" cy="0"/>
        </a:xfrm>
      </p:grpSpPr>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ntroduction">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Agenda">
    <p:spTree>
      <p:nvGrpSpPr>
        <p:cNvPr id="1" name=""/>
        <p:cNvGrpSpPr/>
        <p:nvPr/>
      </p:nvGrpSpPr>
      <p:grpSpPr>
        <a:xfrm>
          <a:off x="0" y="0"/>
          <a:ext cx="0" cy="0"/>
          <a:chOff x="0" y="0"/>
          <a:chExt cx="0" cy="0"/>
        </a:xfrm>
      </p:grpSpPr>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251" name="PlaceHolder 1"/>
          <p:cNvSpPr>
            <a:spLocks noGrp="1"/>
          </p:cNvSpPr>
          <p:nvPr>
            <p:ph type="title"/>
          </p:nvPr>
        </p:nvSpPr>
        <p:spPr>
          <a:xfrm>
            <a:off x="432000" y="647640"/>
            <a:ext cx="11339640" cy="69984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Trebuchet MS"/>
            </a:endParaRPr>
          </a:p>
        </p:txBody>
      </p:sp>
      <p:sp>
        <p:nvSpPr>
          <p:cNvPr id="252" name="PlaceHolder 2"/>
          <p:cNvSpPr>
            <a:spLocks noGrp="1"/>
          </p:cNvSpPr>
          <p:nvPr>
            <p:ph/>
          </p:nvPr>
        </p:nvSpPr>
        <p:spPr>
          <a:xfrm>
            <a:off x="5353560" y="2555640"/>
            <a:ext cx="1484640" cy="1279800"/>
          </a:xfrm>
          <a:prstGeom prst="rect">
            <a:avLst/>
          </a:prstGeom>
          <a:noFill/>
          <a:ln w="0">
            <a:noFill/>
          </a:ln>
        </p:spPr>
        <p:txBody>
          <a:bodyPr lIns="0" rIns="0" tIns="0" bIns="0" anchor="t">
            <a:normAutofit/>
          </a:bodyPr>
          <a:p>
            <a:pPr indent="0">
              <a:spcBef>
                <a:spcPts val="1417"/>
              </a:spcBef>
              <a:buNone/>
            </a:pPr>
            <a:endParaRPr b="0" lang="en-US" sz="1800" spc="-1" strike="noStrike">
              <a:solidFill>
                <a:schemeClr val="dk1">
                  <a:lumMod val="75000"/>
                  <a:lumOff val="25000"/>
                </a:schemeClr>
              </a:solidFill>
              <a:latin typeface="Trebuchet MS"/>
            </a:endParaRPr>
          </a:p>
        </p:txBody>
      </p:sp>
      <p:sp>
        <p:nvSpPr>
          <p:cNvPr id="4" name="PlaceHolder 3"/>
          <p:cNvSpPr>
            <a:spLocks noGrp="1"/>
          </p:cNvSpPr>
          <p:nvPr>
            <p:ph type="ftr" idx="26"/>
          </p:nvPr>
        </p:nvSpPr>
        <p:spPr/>
        <p:txBody>
          <a:bodyPr/>
          <a:p>
            <a:r>
              <a:t>Footer</a:t>
            </a:r>
          </a:p>
        </p:txBody>
      </p:sp>
      <p:sp>
        <p:nvSpPr>
          <p:cNvPr id="5" name="PlaceHolder 4"/>
          <p:cNvSpPr>
            <a:spLocks noGrp="1"/>
          </p:cNvSpPr>
          <p:nvPr>
            <p:ph type="sldNum" idx="27"/>
          </p:nvPr>
        </p:nvSpPr>
        <p:spPr/>
        <p:txBody>
          <a:bodyPr/>
          <a:p>
            <a:fld id="{F37354FE-6E40-4946-967E-872A3992EF0D}" type="slidenum">
              <a:t>&lt;#&gt;</a:t>
            </a:fld>
          </a:p>
        </p:txBody>
      </p:sp>
      <p:sp>
        <p:nvSpPr>
          <p:cNvPr id="6" name="PlaceHolder 5"/>
          <p:cNvSpPr>
            <a:spLocks noGrp="1"/>
          </p:cNvSpPr>
          <p:nvPr>
            <p:ph type="dt" idx="25"/>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eam">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Custom Layout">
    <p:spTree>
      <p:nvGrpSpPr>
        <p:cNvPr id="1" name=""/>
        <p:cNvGrpSpPr/>
        <p:nvPr/>
      </p:nvGrpSpPr>
      <p:grpSpPr>
        <a:xfrm>
          <a:off x="0" y="0"/>
          <a:ext cx="0" cy="0"/>
          <a:chOff x="0" y="0"/>
          <a:chExt cx="0" cy="0"/>
        </a:xfrm>
      </p:grpSpPr>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C61CA97D-6054-4551-B2F4-A4D6EACDAD58}" type="slidenum">
              <a:t>&lt;#&gt;</a:t>
            </a:fld>
          </a:p>
        </p:txBody>
      </p:sp>
      <p:sp>
        <p:nvSpPr>
          <p:cNvPr id="4" name="PlaceHolder 3"/>
          <p:cNvSpPr>
            <a:spLocks noGrp="1"/>
          </p:cNvSpPr>
          <p:nvPr>
            <p:ph type="dt" idx="28"/>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343" name="PlaceHolder 1"/>
          <p:cNvSpPr>
            <a:spLocks noGrp="1"/>
          </p:cNvSpPr>
          <p:nvPr>
            <p:ph type="title"/>
          </p:nvPr>
        </p:nvSpPr>
        <p:spPr>
          <a:xfrm>
            <a:off x="432000" y="647640"/>
            <a:ext cx="11339640" cy="69984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Trebuchet MS"/>
            </a:endParaRPr>
          </a:p>
        </p:txBody>
      </p:sp>
      <p:sp>
        <p:nvSpPr>
          <p:cNvPr id="344" name="PlaceHolder 2"/>
          <p:cNvSpPr>
            <a:spLocks noGrp="1"/>
          </p:cNvSpPr>
          <p:nvPr>
            <p:ph/>
          </p:nvPr>
        </p:nvSpPr>
        <p:spPr>
          <a:xfrm>
            <a:off x="5353560" y="2555640"/>
            <a:ext cx="724320" cy="1279800"/>
          </a:xfrm>
          <a:prstGeom prst="rect">
            <a:avLst/>
          </a:prstGeom>
          <a:noFill/>
          <a:ln w="0">
            <a:noFill/>
          </a:ln>
        </p:spPr>
        <p:txBody>
          <a:bodyPr lIns="0" rIns="0" tIns="0" bIns="0" anchor="t">
            <a:normAutofit fontScale="71666" lnSpcReduction="10000"/>
          </a:bodyPr>
          <a:p>
            <a:pPr indent="0">
              <a:spcBef>
                <a:spcPts val="1417"/>
              </a:spcBef>
              <a:buNone/>
            </a:pPr>
            <a:endParaRPr b="0" lang="en-US" sz="1800" spc="-1" strike="noStrike">
              <a:solidFill>
                <a:schemeClr val="dk1">
                  <a:lumMod val="75000"/>
                  <a:lumOff val="25000"/>
                </a:schemeClr>
              </a:solidFill>
              <a:latin typeface="Trebuchet MS"/>
            </a:endParaRPr>
          </a:p>
        </p:txBody>
      </p:sp>
      <p:sp>
        <p:nvSpPr>
          <p:cNvPr id="345" name="PlaceHolder 3"/>
          <p:cNvSpPr>
            <a:spLocks noGrp="1"/>
          </p:cNvSpPr>
          <p:nvPr>
            <p:ph/>
          </p:nvPr>
        </p:nvSpPr>
        <p:spPr>
          <a:xfrm>
            <a:off x="6114600" y="2555640"/>
            <a:ext cx="724320" cy="1279800"/>
          </a:xfrm>
          <a:prstGeom prst="rect">
            <a:avLst/>
          </a:prstGeom>
          <a:noFill/>
          <a:ln w="0">
            <a:noFill/>
          </a:ln>
        </p:spPr>
        <p:txBody>
          <a:bodyPr lIns="0" rIns="0" tIns="0" bIns="0" anchor="t">
            <a:normAutofit fontScale="71666" lnSpcReduction="10000"/>
          </a:bodyPr>
          <a:p>
            <a:pPr indent="0">
              <a:spcBef>
                <a:spcPts val="1417"/>
              </a:spcBef>
              <a:buNone/>
            </a:pPr>
            <a:endParaRPr b="0" lang="en-US" sz="1800" spc="-1" strike="noStrike">
              <a:solidFill>
                <a:schemeClr val="dk1">
                  <a:lumMod val="75000"/>
                  <a:lumOff val="25000"/>
                </a:schemeClr>
              </a:solidFill>
              <a:latin typeface="Trebuchet MS"/>
            </a:endParaRPr>
          </a:p>
        </p:txBody>
      </p:sp>
      <p:sp>
        <p:nvSpPr>
          <p:cNvPr id="5" name="PlaceHolder 4"/>
          <p:cNvSpPr>
            <a:spLocks noGrp="1"/>
          </p:cNvSpPr>
          <p:nvPr>
            <p:ph type="ftr" idx="32"/>
          </p:nvPr>
        </p:nvSpPr>
        <p:spPr/>
        <p:txBody>
          <a:bodyPr/>
          <a:p>
            <a:r>
              <a:t>Footer</a:t>
            </a:r>
          </a:p>
        </p:txBody>
      </p:sp>
      <p:sp>
        <p:nvSpPr>
          <p:cNvPr id="6" name="PlaceHolder 5"/>
          <p:cNvSpPr>
            <a:spLocks noGrp="1"/>
          </p:cNvSpPr>
          <p:nvPr>
            <p:ph type="sldNum" idx="33"/>
          </p:nvPr>
        </p:nvSpPr>
        <p:spPr/>
        <p:txBody>
          <a:bodyPr/>
          <a:p>
            <a:fld id="{764C226A-2ACF-4196-8A99-787788DFCA02}" type="slidenum">
              <a:t>&lt;#&gt;</a:t>
            </a:fld>
          </a:p>
        </p:txBody>
      </p:sp>
      <p:sp>
        <p:nvSpPr>
          <p:cNvPr id="7" name="PlaceHolder 6"/>
          <p:cNvSpPr>
            <a:spLocks noGrp="1"/>
          </p:cNvSpPr>
          <p:nvPr>
            <p:ph type="dt" idx="31"/>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35"/>
          </p:nvPr>
        </p:nvSpPr>
        <p:spPr/>
        <p:txBody>
          <a:bodyPr/>
          <a:p>
            <a:r>
              <a:t>Footer</a:t>
            </a:r>
          </a:p>
        </p:txBody>
      </p:sp>
      <p:sp>
        <p:nvSpPr>
          <p:cNvPr id="3" name="PlaceHolder 2"/>
          <p:cNvSpPr>
            <a:spLocks noGrp="1"/>
          </p:cNvSpPr>
          <p:nvPr>
            <p:ph type="sldNum" idx="36"/>
          </p:nvPr>
        </p:nvSpPr>
        <p:spPr/>
        <p:txBody>
          <a:bodyPr/>
          <a:p>
            <a:fld id="{2B15FD9D-D3C5-4543-8556-51E0AFA60441}" type="slidenum">
              <a:t>&lt;#&gt;</a:t>
            </a:fld>
          </a:p>
        </p:txBody>
      </p:sp>
      <p:sp>
        <p:nvSpPr>
          <p:cNvPr id="4" name="PlaceHolder 3"/>
          <p:cNvSpPr>
            <a:spLocks noGrp="1"/>
          </p:cNvSpPr>
          <p:nvPr>
            <p:ph type="dt" idx="34"/>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86" name="PlaceHolder 1"/>
          <p:cNvSpPr>
            <a:spLocks noGrp="1"/>
          </p:cNvSpPr>
          <p:nvPr>
            <p:ph type="title"/>
          </p:nvPr>
        </p:nvSpPr>
        <p:spPr>
          <a:xfrm>
            <a:off x="432000" y="647640"/>
            <a:ext cx="11339640" cy="69984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Trebuchet MS"/>
            </a:endParaRPr>
          </a:p>
        </p:txBody>
      </p:sp>
      <p:sp>
        <p:nvSpPr>
          <p:cNvPr id="3" name="PlaceHolder 2"/>
          <p:cNvSpPr>
            <a:spLocks noGrp="1"/>
          </p:cNvSpPr>
          <p:nvPr>
            <p:ph type="ftr" idx="38"/>
          </p:nvPr>
        </p:nvSpPr>
        <p:spPr/>
        <p:txBody>
          <a:bodyPr/>
          <a:p>
            <a:r>
              <a:t>Footer</a:t>
            </a:r>
          </a:p>
        </p:txBody>
      </p:sp>
      <p:sp>
        <p:nvSpPr>
          <p:cNvPr id="4" name="PlaceHolder 3"/>
          <p:cNvSpPr>
            <a:spLocks noGrp="1"/>
          </p:cNvSpPr>
          <p:nvPr>
            <p:ph type="sldNum" idx="39"/>
          </p:nvPr>
        </p:nvSpPr>
        <p:spPr/>
        <p:txBody>
          <a:bodyPr/>
          <a:p>
            <a:fld id="{AD45CFBD-FC6A-4E51-A112-FEE8376A865E}" type="slidenum">
              <a:t>&lt;#&gt;</a:t>
            </a:fld>
          </a:p>
        </p:txBody>
      </p:sp>
      <p:sp>
        <p:nvSpPr>
          <p:cNvPr id="5" name="PlaceHolder 4"/>
          <p:cNvSpPr>
            <a:spLocks noGrp="1"/>
          </p:cNvSpPr>
          <p:nvPr>
            <p:ph type="dt" idx="37"/>
          </p:nvPr>
        </p:nvSpPr>
        <p:spPr/>
        <p:txBody>
          <a:bodyPr/>
          <a:p>
            <a:r>
              <a:rPr lang="en-US"/>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41"/>
          </p:nvPr>
        </p:nvSpPr>
        <p:spPr/>
        <p:txBody>
          <a:bodyPr/>
          <a:p>
            <a:r>
              <a:t>Footer</a:t>
            </a:r>
          </a:p>
        </p:txBody>
      </p:sp>
      <p:sp>
        <p:nvSpPr>
          <p:cNvPr id="3" name="PlaceHolder 2"/>
          <p:cNvSpPr>
            <a:spLocks noGrp="1"/>
          </p:cNvSpPr>
          <p:nvPr>
            <p:ph type="sldNum" idx="42"/>
          </p:nvPr>
        </p:nvSpPr>
        <p:spPr/>
        <p:txBody>
          <a:bodyPr/>
          <a:p>
            <a:fld id="{FD2ECA9B-F51C-4CF3-AF4B-44EBA63E336A}" type="slidenum">
              <a:t>&lt;#&gt;</a:t>
            </a:fld>
          </a:p>
        </p:txBody>
      </p:sp>
      <p:sp>
        <p:nvSpPr>
          <p:cNvPr id="4" name="PlaceHolder 3"/>
          <p:cNvSpPr>
            <a:spLocks noGrp="1"/>
          </p:cNvSpPr>
          <p:nvPr>
            <p:ph type="dt" idx="40"/>
          </p:nvPr>
        </p:nvSpPr>
        <p:spPr/>
        <p:txBody>
          <a:bodyPr/>
          <a:p>
            <a:r>
              <a:rPr lang="en-U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44"/>
          </p:nvPr>
        </p:nvSpPr>
        <p:spPr/>
        <p:txBody>
          <a:bodyPr/>
          <a:p>
            <a:r>
              <a:t>Footer</a:t>
            </a:r>
          </a:p>
        </p:txBody>
      </p:sp>
      <p:sp>
        <p:nvSpPr>
          <p:cNvPr id="3" name="PlaceHolder 2"/>
          <p:cNvSpPr>
            <a:spLocks noGrp="1"/>
          </p:cNvSpPr>
          <p:nvPr>
            <p:ph type="sldNum" idx="45"/>
          </p:nvPr>
        </p:nvSpPr>
        <p:spPr/>
        <p:txBody>
          <a:bodyPr/>
          <a:p>
            <a:fld id="{7BCD8A34-6765-4C20-A2CF-7D4E3237A64D}" type="slidenum">
              <a:t>&lt;#&gt;</a:t>
            </a:fld>
          </a:p>
        </p:txBody>
      </p:sp>
      <p:sp>
        <p:nvSpPr>
          <p:cNvPr id="4" name="PlaceHolder 3"/>
          <p:cNvSpPr>
            <a:spLocks noGrp="1"/>
          </p:cNvSpPr>
          <p:nvPr>
            <p:ph type="dt" idx="43"/>
          </p:nvPr>
        </p:nvSpPr>
        <p:spPr/>
        <p:txBody>
          <a:bodyPr/>
          <a:p>
            <a:r>
              <a:rPr lang="en-US"/>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46"/>
          </p:nvPr>
        </p:nvSpPr>
        <p:spPr/>
        <p:txBody>
          <a:bodyPr/>
          <a:p>
            <a:r>
              <a:t>Footer</a:t>
            </a:r>
          </a:p>
        </p:txBody>
      </p:sp>
      <p:sp>
        <p:nvSpPr>
          <p:cNvPr id="3" name="PlaceHolder 2"/>
          <p:cNvSpPr>
            <a:spLocks noGrp="1"/>
          </p:cNvSpPr>
          <p:nvPr>
            <p:ph type="sldNum" idx="47"/>
          </p:nvPr>
        </p:nvSpPr>
        <p:spPr/>
        <p:txBody>
          <a:bodyPr/>
          <a:p>
            <a:fld id="{E043D747-A380-467A-AF61-7EB394C72EAF}" type="slidenum">
              <a:t>&lt;#&gt;</a:t>
            </a:fld>
          </a:p>
        </p:txBody>
      </p:sp>
      <p:sp>
        <p:nvSpPr>
          <p:cNvPr id="4" name="PlaceHolder 3"/>
          <p:cNvSpPr>
            <a:spLocks noGrp="1"/>
          </p:cNvSpPr>
          <p:nvPr>
            <p:ph type="dt" idx="48"/>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slideLayout" Target="../slideLayouts/slideLayout20.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slideLayout" Target="../slideLayouts/slideLayout2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0" name="Group 43"/>
          <p:cNvGrpSpPr/>
          <p:nvPr/>
        </p:nvGrpSpPr>
        <p:grpSpPr>
          <a:xfrm>
            <a:off x="0" y="-8640"/>
            <a:ext cx="12191760" cy="6866640"/>
            <a:chOff x="0" y="-8640"/>
            <a:chExt cx="12191760" cy="6866640"/>
          </a:xfrm>
        </p:grpSpPr>
        <p:cxnSp>
          <p:nvCxnSpPr>
            <p:cNvPr id="1" name="Straight Connector 19"/>
            <p:cNvCxnSpPr/>
            <p:nvPr/>
          </p:nvCxnSpPr>
          <p:spPr>
            <a:xfrm>
              <a:off x="9370800" y="0"/>
              <a:ext cx="1219680" cy="6858360"/>
            </a:xfrm>
            <a:prstGeom prst="straightConnector1">
              <a:avLst/>
            </a:prstGeom>
            <a:ln cap="rnd" w="9525">
              <a:solidFill>
                <a:srgbClr val="5fcbef">
                  <a:alpha val="70000"/>
                </a:srgbClr>
              </a:solidFill>
              <a:round/>
            </a:ln>
          </p:spPr>
        </p:cxnSp>
        <p:cxnSp>
          <p:nvCxnSpPr>
            <p:cNvPr id="2" name="Straight Connector 20"/>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3"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4"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5"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6"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7"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8"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9"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10"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grpSp>
      <p:sp>
        <p:nvSpPr>
          <p:cNvPr id="11" name="Date Placeholder 3" hidden="1"/>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C1D111DA-A429-4B49-AFD1-67B4166096AF}" type="datetime1">
              <a:rPr b="0" lang="en-US" sz="1100" spc="-1" strike="noStrike">
                <a:solidFill>
                  <a:schemeClr val="accent2"/>
                </a:solidFill>
                <a:latin typeface="Trebuchet MS"/>
              </a:rPr>
              <a:t>09/07/2026</a:t>
            </a:fld>
            <a:endParaRPr b="0" lang="en-US" sz="1100" spc="-1" strike="noStrike">
              <a:solidFill>
                <a:srgbClr val="000000"/>
              </a:solidFill>
              <a:latin typeface="Arial"/>
            </a:endParaRPr>
          </a:p>
        </p:txBody>
      </p:sp>
      <p:sp>
        <p:nvSpPr>
          <p:cNvPr id="12" name="Footer Placeholder 4" hidden="1"/>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US" sz="1100" spc="-1" strike="noStrike">
              <a:solidFill>
                <a:srgbClr val="000000"/>
              </a:solidFill>
              <a:latin typeface="Arial"/>
            </a:endParaRPr>
          </a:p>
        </p:txBody>
      </p:sp>
      <p:sp>
        <p:nvSpPr>
          <p:cNvPr id="13" name="Slide Number Placeholder 5" hidden="1"/>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5C63D881-0FE9-4C7F-A78D-4BA0FCC83DAD}" type="slidenum">
              <a:rPr b="0" lang="en-US" sz="1100" spc="-1" strike="noStrike">
                <a:solidFill>
                  <a:schemeClr val="accent4"/>
                </a:solidFill>
                <a:latin typeface="Trebuchet MS"/>
              </a:rPr>
              <a:t>&lt;number&gt;</a:t>
            </a:fld>
            <a:endParaRPr b="0" lang="en-US" sz="1100" spc="-1" strike="noStrike">
              <a:solidFill>
                <a:srgbClr val="000000"/>
              </a:solidFill>
              <a:latin typeface="Arial"/>
            </a:endParaRPr>
          </a:p>
        </p:txBody>
      </p:sp>
      <p:grpSp>
        <p:nvGrpSpPr>
          <p:cNvPr id="14" name="Group 15"/>
          <p:cNvGrpSpPr/>
          <p:nvPr/>
        </p:nvGrpSpPr>
        <p:grpSpPr>
          <a:xfrm>
            <a:off x="0" y="-8640"/>
            <a:ext cx="12191760" cy="6866640"/>
            <a:chOff x="0" y="-8640"/>
            <a:chExt cx="12191760" cy="6866640"/>
          </a:xfrm>
        </p:grpSpPr>
        <p:sp>
          <p:nvSpPr>
            <p:cNvPr id="15" name="Freeform 14"/>
            <p:cNvSpPr/>
            <p:nvPr/>
          </p:nvSpPr>
          <p:spPr>
            <a:xfrm>
              <a:off x="0" y="-7920"/>
              <a:ext cx="863280" cy="5697720"/>
            </a:xfrm>
            <a:custGeom>
              <a:avLst/>
              <a:gdLst>
                <a:gd name="textAreaLeft" fmla="*/ 0 w 863280"/>
                <a:gd name="textAreaRight" fmla="*/ 863640 w 863280"/>
                <a:gd name="textAreaTop" fmla="*/ 0 h 5697720"/>
                <a:gd name="textAreaBottom" fmla="*/ 5698080 h 5697720"/>
              </a:gdLst>
              <a:ahLst/>
              <a:rect l="textAreaLeft" t="textAreaTop" r="textAreaRight" b="textAreaBottom"/>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cxnSp>
          <p:nvCxnSpPr>
            <p:cNvPr id="16" name="Straight Connector 18"/>
            <p:cNvCxnSpPr/>
            <p:nvPr/>
          </p:nvCxnSpPr>
          <p:spPr>
            <a:xfrm>
              <a:off x="9370800" y="0"/>
              <a:ext cx="1219680" cy="6858360"/>
            </a:xfrm>
            <a:prstGeom prst="straightConnector1">
              <a:avLst/>
            </a:prstGeom>
            <a:ln cap="rnd" w="9525">
              <a:solidFill>
                <a:srgbClr val="5fcbef">
                  <a:alpha val="70000"/>
                </a:srgbClr>
              </a:solidFill>
              <a:round/>
            </a:ln>
          </p:spPr>
        </p:cxnSp>
        <p:cxnSp>
          <p:nvCxnSpPr>
            <p:cNvPr id="17" name="Straight Connector 19"/>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18"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19"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20" name="Isosceles Triangle 22"/>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21"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22"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23"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24" name="Isosceles Triangle 26"/>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25" name="PlaceHolder 1"/>
          <p:cNvSpPr>
            <a:spLocks noGrp="1"/>
          </p:cNvSpPr>
          <p:nvPr>
            <p:ph type="title"/>
          </p:nvPr>
        </p:nvSpPr>
        <p:spPr>
          <a:xfrm>
            <a:off x="1506960" y="2404440"/>
            <a:ext cx="7766640" cy="1645920"/>
          </a:xfrm>
          <a:prstGeom prst="rect">
            <a:avLst/>
          </a:prstGeom>
          <a:noFill/>
          <a:ln w="0">
            <a:noFill/>
          </a:ln>
        </p:spPr>
        <p:txBody>
          <a:bodyPr lIns="91440" rIns="91440" tIns="45720" bIns="45720" anchor="b">
            <a:noAutofit/>
          </a:bodyPr>
          <a:p>
            <a:pPr indent="0" algn="r" defTabSz="457200">
              <a:lnSpc>
                <a:spcPct val="100000"/>
              </a:lnSpc>
              <a:buNone/>
            </a:pPr>
            <a:r>
              <a:rPr b="0" lang="en-US" sz="5400" spc="-1" strike="noStrike">
                <a:solidFill>
                  <a:schemeClr val="accent1"/>
                </a:solidFill>
                <a:latin typeface="Trebuchet MS"/>
              </a:rPr>
              <a:t>Click to edit Master title style</a:t>
            </a:r>
            <a:endParaRPr b="0" lang="en-US" sz="5400" spc="-1" strike="noStrike">
              <a:solidFill>
                <a:schemeClr val="dk1"/>
              </a:solidFill>
              <a:latin typeface="Trebuchet MS"/>
            </a:endParaRPr>
          </a:p>
        </p:txBody>
      </p:sp>
      <p:sp>
        <p:nvSpPr>
          <p:cNvPr id="26" name="PlaceHolder 2"/>
          <p:cNvSpPr>
            <a:spLocks noGrp="1"/>
          </p:cNvSpPr>
          <p:nvPr>
            <p:ph type="dt" idx="1"/>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Trebuchet MS"/>
              </a:defRPr>
            </a:lvl1pPr>
          </a:lstStyle>
          <a:p>
            <a:pPr indent="0" algn="r" defTabSz="457200">
              <a:lnSpc>
                <a:spcPct val="100000"/>
              </a:lnSpc>
              <a:buNone/>
            </a:pPr>
            <a:r>
              <a:rPr b="0" lang="en-US" sz="900" spc="-1" strike="noStrike">
                <a:solidFill>
                  <a:schemeClr val="dk1">
                    <a:tint val="75000"/>
                  </a:schemeClr>
                </a:solidFill>
                <a:latin typeface="Trebuchet MS"/>
              </a:rPr>
              <a:t> </a:t>
            </a:r>
            <a:endParaRPr b="0" lang="en-US" sz="900" spc="-1" strike="noStrike">
              <a:solidFill>
                <a:srgbClr val="000000"/>
              </a:solidFill>
              <a:latin typeface="Times New Roman"/>
            </a:endParaRPr>
          </a:p>
        </p:txBody>
      </p:sp>
      <p:sp>
        <p:nvSpPr>
          <p:cNvPr id="27" name="PlaceHolder 3"/>
          <p:cNvSpPr>
            <a:spLocks noGrp="1"/>
          </p:cNvSpPr>
          <p:nvPr>
            <p:ph type="ftr" idx="2"/>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 </a:t>
            </a:r>
            <a:endParaRPr b="0" lang="en-US" sz="1400" spc="-1" strike="noStrike">
              <a:solidFill>
                <a:srgbClr val="000000"/>
              </a:solidFill>
              <a:latin typeface="Times New Roman"/>
            </a:endParaRPr>
          </a:p>
        </p:txBody>
      </p:sp>
      <p:sp>
        <p:nvSpPr>
          <p:cNvPr id="28" name="PlaceHolder 4"/>
          <p:cNvSpPr>
            <a:spLocks noGrp="1"/>
          </p:cNvSpPr>
          <p:nvPr>
            <p:ph type="sldNum" idx="3"/>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accent1"/>
                </a:solidFill>
                <a:latin typeface="Trebuchet MS"/>
              </a:defRPr>
            </a:lvl1pPr>
          </a:lstStyle>
          <a:p>
            <a:pPr indent="0" algn="r" defTabSz="457200">
              <a:lnSpc>
                <a:spcPct val="100000"/>
              </a:lnSpc>
              <a:buNone/>
            </a:pPr>
            <a:fld id="{FFF673CD-25A6-4C5D-88E6-D2899A324D54}" type="slidenum">
              <a:rPr b="0" lang="en-US" sz="900" spc="-1" strike="noStrike">
                <a:solidFill>
                  <a:schemeClr val="accent1"/>
                </a:solidFill>
                <a:latin typeface="Trebuchet MS"/>
              </a:rPr>
              <a:t>14</a:t>
            </a:fld>
            <a:endParaRPr b="0" lang="en-U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31" name="Group 43"/>
          <p:cNvGrpSpPr/>
          <p:nvPr/>
        </p:nvGrpSpPr>
        <p:grpSpPr>
          <a:xfrm>
            <a:off x="0" y="-8640"/>
            <a:ext cx="12191760" cy="6866640"/>
            <a:chOff x="0" y="-8640"/>
            <a:chExt cx="12191760" cy="6866640"/>
          </a:xfrm>
        </p:grpSpPr>
        <p:cxnSp>
          <p:nvCxnSpPr>
            <p:cNvPr id="32" name="Straight Connector 19"/>
            <p:cNvCxnSpPr/>
            <p:nvPr/>
          </p:nvCxnSpPr>
          <p:spPr>
            <a:xfrm>
              <a:off x="9370800" y="0"/>
              <a:ext cx="1219680" cy="6858360"/>
            </a:xfrm>
            <a:prstGeom prst="straightConnector1">
              <a:avLst/>
            </a:prstGeom>
            <a:ln cap="rnd" w="9525">
              <a:solidFill>
                <a:srgbClr val="5fcbef">
                  <a:alpha val="70000"/>
                </a:srgbClr>
              </a:solidFill>
              <a:round/>
            </a:ln>
          </p:spPr>
        </p:cxnSp>
        <p:cxnSp>
          <p:nvCxnSpPr>
            <p:cNvPr id="33" name="Straight Connector 20"/>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34"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35"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36"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37"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38"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39"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40"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41"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grpSp>
      <p:sp>
        <p:nvSpPr>
          <p:cNvPr id="42"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FB8BCC93-B2E8-4E40-B5C8-8C775E366E79}" type="datetime1">
              <a:rPr b="0" lang="en-US" sz="1100" spc="-1" strike="noStrike">
                <a:solidFill>
                  <a:schemeClr val="accent2"/>
                </a:solidFill>
                <a:latin typeface="Trebuchet MS"/>
              </a:rPr>
              <a:t>09/07/2026</a:t>
            </a:fld>
            <a:endParaRPr b="0" lang="en-US" sz="1100" spc="-1" strike="noStrike">
              <a:solidFill>
                <a:srgbClr val="000000"/>
              </a:solidFill>
              <a:latin typeface="Arial"/>
            </a:endParaRPr>
          </a:p>
        </p:txBody>
      </p:sp>
      <p:sp>
        <p:nvSpPr>
          <p:cNvPr id="43"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US" sz="1100" spc="-1" strike="noStrike">
              <a:solidFill>
                <a:srgbClr val="000000"/>
              </a:solidFill>
              <a:latin typeface="Arial"/>
            </a:endParaRPr>
          </a:p>
        </p:txBody>
      </p:sp>
      <p:sp>
        <p:nvSpPr>
          <p:cNvPr id="44"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BB2ABEAE-BA48-445A-8DBB-C0DF823A6AC7}" type="slidenum">
              <a:rPr b="0" lang="en-US" sz="1100" spc="-1" strike="noStrike">
                <a:solidFill>
                  <a:schemeClr val="accent4"/>
                </a:solidFill>
                <a:latin typeface="Trebuchet MS"/>
              </a:rPr>
              <a:t>&lt;number&gt;</a:t>
            </a:fld>
            <a:endParaRPr b="0" lang="en-US" sz="1100" spc="-1" strike="noStrike">
              <a:solidFill>
                <a:srgbClr val="000000"/>
              </a:solidFill>
              <a:latin typeface="Arial"/>
            </a:endParaRPr>
          </a:p>
        </p:txBody>
      </p:sp>
      <p:sp>
        <p:nvSpPr>
          <p:cNvPr id="45" name="PlaceHolder 1"/>
          <p:cNvSpPr>
            <a:spLocks noGrp="1"/>
          </p:cNvSpPr>
          <p:nvPr>
            <p:ph type="title"/>
          </p:nvPr>
        </p:nvSpPr>
        <p:spPr>
          <a:xfrm>
            <a:off x="677160" y="609480"/>
            <a:ext cx="8596440" cy="3403080"/>
          </a:xfrm>
          <a:prstGeom prst="rect">
            <a:avLst/>
          </a:prstGeom>
          <a:noFill/>
          <a:ln w="0">
            <a:noFill/>
          </a:ln>
        </p:spPr>
        <p:txBody>
          <a:bodyPr lIns="91440" rIns="91440" tIns="45720" bIns="45720" anchor="ctr">
            <a:normAutofit/>
          </a:bodyPr>
          <a:p>
            <a:pPr indent="0" defTabSz="457200">
              <a:lnSpc>
                <a:spcPct val="100000"/>
              </a:lnSpc>
              <a:buNone/>
            </a:pPr>
            <a:r>
              <a:rPr b="0" lang="en-US" sz="4400" spc="-1" strike="noStrike">
                <a:solidFill>
                  <a:schemeClr val="accent1"/>
                </a:solidFill>
                <a:latin typeface="Trebuchet MS"/>
              </a:rPr>
              <a:t>Click to edit Master title style</a:t>
            </a:r>
            <a:endParaRPr b="0" lang="en-US" sz="4400" spc="-1" strike="noStrike">
              <a:solidFill>
                <a:schemeClr val="dk1"/>
              </a:solidFill>
              <a:latin typeface="Trebuchet MS"/>
            </a:endParaRPr>
          </a:p>
        </p:txBody>
      </p:sp>
      <p:sp>
        <p:nvSpPr>
          <p:cNvPr id="46" name="PlaceHolder 2"/>
          <p:cNvSpPr>
            <a:spLocks noGrp="1"/>
          </p:cNvSpPr>
          <p:nvPr>
            <p:ph type="body"/>
          </p:nvPr>
        </p:nvSpPr>
        <p:spPr>
          <a:xfrm>
            <a:off x="677160" y="4470480"/>
            <a:ext cx="8596440" cy="1570680"/>
          </a:xfrm>
          <a:prstGeom prst="rect">
            <a:avLst/>
          </a:prstGeom>
          <a:noFill/>
          <a:ln w="0">
            <a:noFill/>
          </a:ln>
        </p:spPr>
        <p:txBody>
          <a:bodyPr lIns="91440" rIns="91440" tIns="45720" bIns="45720" anchor="ctr">
            <a:normAutofit/>
          </a:bodyPr>
          <a:p>
            <a:pPr indent="0" defTabSz="457200">
              <a:lnSpc>
                <a:spcPct val="100000"/>
              </a:lnSpc>
              <a:spcBef>
                <a:spcPts val="1001"/>
              </a:spcBef>
              <a:buNone/>
              <a:tabLst>
                <a:tab algn="l" pos="0"/>
              </a:tabLst>
            </a:pPr>
            <a:r>
              <a:rPr b="0" lang="en-US" sz="1800" spc="-1" strike="noStrike">
                <a:solidFill>
                  <a:schemeClr val="dk1">
                    <a:lumMod val="75000"/>
                    <a:lumOff val="25000"/>
                  </a:schemeClr>
                </a:solidFill>
                <a:latin typeface="Trebuchet MS"/>
              </a:rPr>
              <a:t>Click to edit Master text styles</a:t>
            </a:r>
            <a:endParaRPr b="0" lang="en-US" sz="1800" spc="-1" strike="noStrike">
              <a:solidFill>
                <a:schemeClr val="dk1">
                  <a:lumMod val="75000"/>
                  <a:lumOff val="25000"/>
                </a:schemeClr>
              </a:solidFill>
              <a:latin typeface="Trebuchet MS"/>
            </a:endParaRPr>
          </a:p>
        </p:txBody>
      </p:sp>
      <p:sp>
        <p:nvSpPr>
          <p:cNvPr id="47" name="PlaceHolder 3"/>
          <p:cNvSpPr>
            <a:spLocks noGrp="1"/>
          </p:cNvSpPr>
          <p:nvPr>
            <p:ph type="dt" idx="4"/>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Trebuchet MS"/>
              </a:defRPr>
            </a:lvl1pPr>
          </a:lstStyle>
          <a:p>
            <a:pPr indent="0" algn="r" defTabSz="457200">
              <a:lnSpc>
                <a:spcPct val="100000"/>
              </a:lnSpc>
              <a:buNone/>
            </a:pPr>
            <a:r>
              <a:rPr b="0" lang="en-US" sz="900" spc="-1" strike="noStrike">
                <a:solidFill>
                  <a:schemeClr val="dk1">
                    <a:tint val="75000"/>
                  </a:schemeClr>
                </a:solidFill>
                <a:latin typeface="Trebuchet MS"/>
              </a:rPr>
              <a:t>&lt;date/time&gt;</a:t>
            </a:r>
            <a:endParaRPr b="0" lang="en-US" sz="900" spc="-1" strike="noStrike">
              <a:solidFill>
                <a:srgbClr val="000000"/>
              </a:solidFill>
              <a:latin typeface="Times New Roman"/>
            </a:endParaRPr>
          </a:p>
        </p:txBody>
      </p:sp>
      <p:sp>
        <p:nvSpPr>
          <p:cNvPr id="48" name="PlaceHolder 4"/>
          <p:cNvSpPr>
            <a:spLocks noGrp="1"/>
          </p:cNvSpPr>
          <p:nvPr>
            <p:ph type="ftr" idx="5"/>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9" name="PlaceHolder 5"/>
          <p:cNvSpPr>
            <a:spLocks noGrp="1"/>
          </p:cNvSpPr>
          <p:nvPr>
            <p:ph type="sldNum" idx="6"/>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accent1"/>
                </a:solidFill>
                <a:latin typeface="Trebuchet MS"/>
              </a:defRPr>
            </a:lvl1pPr>
          </a:lstStyle>
          <a:p>
            <a:pPr indent="0" algn="r" defTabSz="457200">
              <a:lnSpc>
                <a:spcPct val="100000"/>
              </a:lnSpc>
              <a:buNone/>
            </a:pPr>
            <a:fld id="{8DA4135A-42FF-458B-B353-AB81E2083814}" type="slidenum">
              <a:rPr b="0" lang="en-US" sz="900" spc="-1" strike="noStrike">
                <a:solidFill>
                  <a:schemeClr val="accent1"/>
                </a:solidFill>
                <a:latin typeface="Trebuchet MS"/>
              </a:rPr>
              <a:t>&lt;number&gt;</a:t>
            </a:fld>
            <a:endParaRPr b="0" lang="en-U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50" name="Group 43"/>
          <p:cNvGrpSpPr/>
          <p:nvPr/>
        </p:nvGrpSpPr>
        <p:grpSpPr>
          <a:xfrm>
            <a:off x="0" y="-8640"/>
            <a:ext cx="12191760" cy="6866640"/>
            <a:chOff x="0" y="-8640"/>
            <a:chExt cx="12191760" cy="6866640"/>
          </a:xfrm>
        </p:grpSpPr>
        <p:cxnSp>
          <p:nvCxnSpPr>
            <p:cNvPr id="51" name="Straight Connector 19"/>
            <p:cNvCxnSpPr/>
            <p:nvPr/>
          </p:nvCxnSpPr>
          <p:spPr>
            <a:xfrm>
              <a:off x="9370800" y="0"/>
              <a:ext cx="1219680" cy="6858360"/>
            </a:xfrm>
            <a:prstGeom prst="straightConnector1">
              <a:avLst/>
            </a:prstGeom>
            <a:ln cap="rnd" w="9525">
              <a:solidFill>
                <a:srgbClr val="5fcbef">
                  <a:alpha val="70000"/>
                </a:srgbClr>
              </a:solidFill>
              <a:round/>
            </a:ln>
          </p:spPr>
        </p:cxnSp>
        <p:cxnSp>
          <p:nvCxnSpPr>
            <p:cNvPr id="52" name="Straight Connector 20"/>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53"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54"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55"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56"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57"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58"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59"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60"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grpSp>
      <p:sp>
        <p:nvSpPr>
          <p:cNvPr id="61"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94401ABE-080B-4339-9F15-82914FF0B4B7}" type="datetime1">
              <a:rPr b="0" lang="en-US" sz="1100" spc="-1" strike="noStrike">
                <a:solidFill>
                  <a:schemeClr val="accent2"/>
                </a:solidFill>
                <a:latin typeface="Trebuchet MS"/>
              </a:rPr>
              <a:t>09/07/2026</a:t>
            </a:fld>
            <a:endParaRPr b="0" lang="en-US" sz="1100" spc="-1" strike="noStrike">
              <a:solidFill>
                <a:srgbClr val="000000"/>
              </a:solidFill>
              <a:latin typeface="Arial"/>
            </a:endParaRPr>
          </a:p>
        </p:txBody>
      </p:sp>
      <p:sp>
        <p:nvSpPr>
          <p:cNvPr id="62"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US" sz="1100" spc="-1" strike="noStrike">
              <a:solidFill>
                <a:srgbClr val="000000"/>
              </a:solidFill>
              <a:latin typeface="Arial"/>
            </a:endParaRPr>
          </a:p>
        </p:txBody>
      </p:sp>
      <p:sp>
        <p:nvSpPr>
          <p:cNvPr id="63"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5159A5AF-23FF-4F7C-8200-A1675543FDBA}" type="slidenum">
              <a:rPr b="0" lang="en-US" sz="1100" spc="-1" strike="noStrike">
                <a:solidFill>
                  <a:schemeClr val="accent4"/>
                </a:solidFill>
                <a:latin typeface="Trebuchet MS"/>
              </a:rPr>
              <a:t>&lt;number&gt;</a:t>
            </a:fld>
            <a:endParaRPr b="0" lang="en-US" sz="1100" spc="-1" strike="noStrike">
              <a:solidFill>
                <a:srgbClr val="000000"/>
              </a:solidFill>
              <a:latin typeface="Arial"/>
            </a:endParaRPr>
          </a:p>
        </p:txBody>
      </p:sp>
      <p:sp>
        <p:nvSpPr>
          <p:cNvPr id="64" name="PlaceHolder 1"/>
          <p:cNvSpPr>
            <a:spLocks noGrp="1"/>
          </p:cNvSpPr>
          <p:nvPr>
            <p:ph type="title"/>
          </p:nvPr>
        </p:nvSpPr>
        <p:spPr>
          <a:xfrm>
            <a:off x="931320" y="609480"/>
            <a:ext cx="8093880" cy="3022200"/>
          </a:xfrm>
          <a:prstGeom prst="rect">
            <a:avLst/>
          </a:prstGeom>
          <a:noFill/>
          <a:ln w="0">
            <a:noFill/>
          </a:ln>
        </p:spPr>
        <p:txBody>
          <a:bodyPr lIns="91440" rIns="91440" tIns="45720" bIns="45720" anchor="ctr">
            <a:normAutofit/>
          </a:bodyPr>
          <a:p>
            <a:pPr indent="0" defTabSz="457200">
              <a:lnSpc>
                <a:spcPct val="100000"/>
              </a:lnSpc>
              <a:buNone/>
            </a:pPr>
            <a:r>
              <a:rPr b="0" lang="en-US" sz="4400" spc="-1" strike="noStrike">
                <a:solidFill>
                  <a:schemeClr val="accent1"/>
                </a:solidFill>
                <a:latin typeface="Trebuchet MS"/>
              </a:rPr>
              <a:t>Click to edit Master title style</a:t>
            </a:r>
            <a:endParaRPr b="0" lang="en-US" sz="4400" spc="-1" strike="noStrike">
              <a:solidFill>
                <a:schemeClr val="dk1"/>
              </a:solidFill>
              <a:latin typeface="Trebuchet MS"/>
            </a:endParaRPr>
          </a:p>
        </p:txBody>
      </p:sp>
      <p:sp>
        <p:nvSpPr>
          <p:cNvPr id="65" name="PlaceHolder 2"/>
          <p:cNvSpPr>
            <a:spLocks noGrp="1"/>
          </p:cNvSpPr>
          <p:nvPr>
            <p:ph type="body"/>
          </p:nvPr>
        </p:nvSpPr>
        <p:spPr>
          <a:xfrm>
            <a:off x="1366200" y="3632040"/>
            <a:ext cx="7224120" cy="380520"/>
          </a:xfrm>
          <a:prstGeom prst="rect">
            <a:avLst/>
          </a:prstGeom>
          <a:noFill/>
          <a:ln w="0">
            <a:noFill/>
          </a:ln>
        </p:spPr>
        <p:txBody>
          <a:bodyPr lIns="91440" rIns="91440" tIns="45720" bIns="45720" anchor="ctr">
            <a:noAutofit/>
          </a:bodyPr>
          <a:p>
            <a:pPr indent="0" defTabSz="457200">
              <a:lnSpc>
                <a:spcPct val="100000"/>
              </a:lnSpc>
              <a:spcBef>
                <a:spcPts val="1001"/>
              </a:spcBef>
              <a:buNone/>
              <a:tabLst>
                <a:tab algn="l" pos="0"/>
              </a:tabLst>
            </a:pPr>
            <a:r>
              <a:rPr b="0" lang="en-US" sz="1600" spc="-1" strike="noStrike">
                <a:solidFill>
                  <a:schemeClr val="dk1">
                    <a:lumMod val="50000"/>
                    <a:lumOff val="50000"/>
                  </a:schemeClr>
                </a:solidFill>
                <a:latin typeface="Trebuchet MS"/>
              </a:rPr>
              <a:t>Click to edit Master text styles</a:t>
            </a:r>
            <a:endParaRPr b="0" lang="en-US" sz="1600" spc="-1" strike="noStrike">
              <a:solidFill>
                <a:schemeClr val="dk1">
                  <a:lumMod val="75000"/>
                  <a:lumOff val="25000"/>
                </a:schemeClr>
              </a:solidFill>
              <a:latin typeface="Trebuchet MS"/>
            </a:endParaRPr>
          </a:p>
        </p:txBody>
      </p:sp>
      <p:sp>
        <p:nvSpPr>
          <p:cNvPr id="66" name="PlaceHolder 3"/>
          <p:cNvSpPr>
            <a:spLocks noGrp="1"/>
          </p:cNvSpPr>
          <p:nvPr>
            <p:ph type="body"/>
          </p:nvPr>
        </p:nvSpPr>
        <p:spPr>
          <a:xfrm>
            <a:off x="677160" y="4470480"/>
            <a:ext cx="8596440" cy="1570680"/>
          </a:xfrm>
          <a:prstGeom prst="rect">
            <a:avLst/>
          </a:prstGeom>
          <a:noFill/>
          <a:ln w="0">
            <a:noFill/>
          </a:ln>
        </p:spPr>
        <p:txBody>
          <a:bodyPr lIns="91440" rIns="91440" tIns="45720" bIns="45720" anchor="ctr">
            <a:normAutofit/>
          </a:bodyPr>
          <a:p>
            <a:pPr indent="0" defTabSz="457200">
              <a:lnSpc>
                <a:spcPct val="100000"/>
              </a:lnSpc>
              <a:spcBef>
                <a:spcPts val="1001"/>
              </a:spcBef>
              <a:buNone/>
              <a:tabLst>
                <a:tab algn="l" pos="0"/>
              </a:tabLst>
            </a:pPr>
            <a:r>
              <a:rPr b="0" lang="en-US" sz="1800" spc="-1" strike="noStrike">
                <a:solidFill>
                  <a:schemeClr val="dk1">
                    <a:lumMod val="75000"/>
                    <a:lumOff val="25000"/>
                  </a:schemeClr>
                </a:solidFill>
                <a:latin typeface="Trebuchet MS"/>
              </a:rPr>
              <a:t>Click to edit Master text styles</a:t>
            </a:r>
            <a:endParaRPr b="0" lang="en-US" sz="1800" spc="-1" strike="noStrike">
              <a:solidFill>
                <a:schemeClr val="dk1">
                  <a:lumMod val="75000"/>
                  <a:lumOff val="25000"/>
                </a:schemeClr>
              </a:solidFill>
              <a:latin typeface="Trebuchet MS"/>
            </a:endParaRPr>
          </a:p>
        </p:txBody>
      </p:sp>
      <p:sp>
        <p:nvSpPr>
          <p:cNvPr id="67" name="PlaceHolder 4"/>
          <p:cNvSpPr>
            <a:spLocks noGrp="1"/>
          </p:cNvSpPr>
          <p:nvPr>
            <p:ph type="dt" idx="7"/>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Trebuchet MS"/>
              </a:defRPr>
            </a:lvl1pPr>
          </a:lstStyle>
          <a:p>
            <a:pPr indent="0" algn="r" defTabSz="457200">
              <a:lnSpc>
                <a:spcPct val="100000"/>
              </a:lnSpc>
              <a:buNone/>
            </a:pPr>
            <a:r>
              <a:rPr b="0" lang="en-US" sz="900" spc="-1" strike="noStrike">
                <a:solidFill>
                  <a:schemeClr val="dk1">
                    <a:tint val="75000"/>
                  </a:schemeClr>
                </a:solidFill>
                <a:latin typeface="Trebuchet MS"/>
              </a:rPr>
              <a:t>&lt;date/time&gt;</a:t>
            </a:r>
            <a:endParaRPr b="0" lang="en-US" sz="900" spc="-1" strike="noStrike">
              <a:solidFill>
                <a:srgbClr val="000000"/>
              </a:solidFill>
              <a:latin typeface="Times New Roman"/>
            </a:endParaRPr>
          </a:p>
        </p:txBody>
      </p:sp>
      <p:sp>
        <p:nvSpPr>
          <p:cNvPr id="68" name="PlaceHolder 5"/>
          <p:cNvSpPr>
            <a:spLocks noGrp="1"/>
          </p:cNvSpPr>
          <p:nvPr>
            <p:ph type="ftr" idx="8"/>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9" name="PlaceHolder 6"/>
          <p:cNvSpPr>
            <a:spLocks noGrp="1"/>
          </p:cNvSpPr>
          <p:nvPr>
            <p:ph type="sldNum" idx="9"/>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accent1"/>
                </a:solidFill>
                <a:latin typeface="Trebuchet MS"/>
              </a:defRPr>
            </a:lvl1pPr>
          </a:lstStyle>
          <a:p>
            <a:pPr indent="0" algn="r" defTabSz="457200">
              <a:lnSpc>
                <a:spcPct val="100000"/>
              </a:lnSpc>
              <a:buNone/>
            </a:pPr>
            <a:fld id="{2612C88F-0D56-42B0-A74B-016F20F9F340}" type="slidenum">
              <a:rPr b="0" lang="en-US" sz="900" spc="-1" strike="noStrike">
                <a:solidFill>
                  <a:schemeClr val="accent1"/>
                </a:solidFill>
                <a:latin typeface="Trebuchet MS"/>
              </a:rPr>
              <a:t>&lt;number&gt;</a:t>
            </a:fld>
            <a:endParaRPr b="0" lang="en-US" sz="900" spc="-1" strike="noStrike">
              <a:solidFill>
                <a:srgbClr val="000000"/>
              </a:solidFill>
              <a:latin typeface="Times New Roman"/>
            </a:endParaRPr>
          </a:p>
        </p:txBody>
      </p:sp>
      <p:sp>
        <p:nvSpPr>
          <p:cNvPr id="70" name="TextBox 23"/>
          <p:cNvSpPr/>
          <p:nvPr/>
        </p:nvSpPr>
        <p:spPr>
          <a:xfrm>
            <a:off x="541800" y="790200"/>
            <a:ext cx="609120" cy="584280"/>
          </a:xfrm>
          <a:prstGeom prst="rect">
            <a:avLst/>
          </a:prstGeom>
          <a:noFill/>
          <a:ln w="0">
            <a:noFill/>
          </a:ln>
        </p:spPr>
        <p:style>
          <a:lnRef idx="0"/>
          <a:fillRef idx="0"/>
          <a:effectRef idx="0"/>
          <a:fontRef idx="minor"/>
        </p:style>
        <p:txBody>
          <a:bodyPr anchor="ctr">
            <a:noAutofit/>
          </a:bodyPr>
          <a:p>
            <a:pPr defTabSz="457200">
              <a:lnSpc>
                <a:spcPct val="100000"/>
              </a:lnSpc>
            </a:pPr>
            <a:r>
              <a:rPr b="0" lang="en-US" sz="8000" spc="-1" strike="noStrike">
                <a:solidFill>
                  <a:schemeClr val="accent1">
                    <a:lumMod val="60000"/>
                    <a:lumOff val="40000"/>
                  </a:schemeClr>
                </a:solidFill>
                <a:latin typeface="Arial"/>
              </a:rPr>
              <a:t>“</a:t>
            </a:r>
            <a:endParaRPr b="0" lang="en-US" sz="8000" spc="-1" strike="noStrike">
              <a:solidFill>
                <a:srgbClr val="000000"/>
              </a:solidFill>
              <a:latin typeface="Arial"/>
            </a:endParaRPr>
          </a:p>
        </p:txBody>
      </p:sp>
      <p:sp>
        <p:nvSpPr>
          <p:cNvPr id="71" name="TextBox 24"/>
          <p:cNvSpPr/>
          <p:nvPr/>
        </p:nvSpPr>
        <p:spPr>
          <a:xfrm>
            <a:off x="8893080" y="2886480"/>
            <a:ext cx="609120" cy="584280"/>
          </a:xfrm>
          <a:prstGeom prst="rect">
            <a:avLst/>
          </a:prstGeom>
          <a:noFill/>
          <a:ln w="0">
            <a:noFill/>
          </a:ln>
        </p:spPr>
        <p:style>
          <a:lnRef idx="0"/>
          <a:fillRef idx="0"/>
          <a:effectRef idx="0"/>
          <a:fontRef idx="minor"/>
        </p:style>
        <p:txBody>
          <a:bodyPr anchor="ctr">
            <a:noAutofit/>
          </a:bodyPr>
          <a:p>
            <a:pPr defTabSz="457200">
              <a:lnSpc>
                <a:spcPct val="100000"/>
              </a:lnSpc>
            </a:pPr>
            <a:r>
              <a:rPr b="0" lang="en-US" sz="8000" spc="-1" strike="noStrike">
                <a:solidFill>
                  <a:schemeClr val="accent1">
                    <a:lumMod val="60000"/>
                    <a:lumOff val="40000"/>
                  </a:schemeClr>
                </a:solidFill>
                <a:latin typeface="Arial"/>
              </a:rPr>
              <a:t>”</a:t>
            </a:r>
            <a:endParaRPr b="0" lang="en-US" sz="8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72" name="Group 43"/>
          <p:cNvGrpSpPr/>
          <p:nvPr/>
        </p:nvGrpSpPr>
        <p:grpSpPr>
          <a:xfrm>
            <a:off x="0" y="-8640"/>
            <a:ext cx="12191760" cy="6866640"/>
            <a:chOff x="0" y="-8640"/>
            <a:chExt cx="12191760" cy="6866640"/>
          </a:xfrm>
        </p:grpSpPr>
        <p:cxnSp>
          <p:nvCxnSpPr>
            <p:cNvPr id="73" name="Straight Connector 19"/>
            <p:cNvCxnSpPr/>
            <p:nvPr/>
          </p:nvCxnSpPr>
          <p:spPr>
            <a:xfrm>
              <a:off x="9370800" y="0"/>
              <a:ext cx="1219680" cy="6858360"/>
            </a:xfrm>
            <a:prstGeom prst="straightConnector1">
              <a:avLst/>
            </a:prstGeom>
            <a:ln cap="rnd" w="9525">
              <a:solidFill>
                <a:srgbClr val="5fcbef">
                  <a:alpha val="70000"/>
                </a:srgbClr>
              </a:solidFill>
              <a:round/>
            </a:ln>
          </p:spPr>
        </p:cxnSp>
        <p:cxnSp>
          <p:nvCxnSpPr>
            <p:cNvPr id="74" name="Straight Connector 20"/>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75"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76"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77"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78"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79"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80"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81"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82"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grpSp>
      <p:sp>
        <p:nvSpPr>
          <p:cNvPr id="83"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31EF0CBC-A02F-4F6C-9C25-F542FC905AB1}" type="datetime1">
              <a:rPr b="0" lang="en-US" sz="1100" spc="-1" strike="noStrike">
                <a:solidFill>
                  <a:schemeClr val="accent2"/>
                </a:solidFill>
                <a:latin typeface="Trebuchet MS"/>
              </a:rPr>
              <a:t>09/07/2026</a:t>
            </a:fld>
            <a:endParaRPr b="0" lang="en-US" sz="1100" spc="-1" strike="noStrike">
              <a:solidFill>
                <a:srgbClr val="000000"/>
              </a:solidFill>
              <a:latin typeface="Arial"/>
            </a:endParaRPr>
          </a:p>
        </p:txBody>
      </p:sp>
      <p:sp>
        <p:nvSpPr>
          <p:cNvPr id="84"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US" sz="1100" spc="-1" strike="noStrike">
              <a:solidFill>
                <a:srgbClr val="000000"/>
              </a:solidFill>
              <a:latin typeface="Arial"/>
            </a:endParaRPr>
          </a:p>
        </p:txBody>
      </p:sp>
      <p:sp>
        <p:nvSpPr>
          <p:cNvPr id="85"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3DCD24F2-4FA0-4D39-8BA2-F527C59DFBFE}" type="slidenum">
              <a:rPr b="0" lang="en-US" sz="1100" spc="-1" strike="noStrike">
                <a:solidFill>
                  <a:schemeClr val="accent4"/>
                </a:solidFill>
                <a:latin typeface="Trebuchet MS"/>
              </a:rPr>
              <a:t>&lt;number&gt;</a:t>
            </a:fld>
            <a:endParaRPr b="0" lang="en-US" sz="1100" spc="-1" strike="noStrike">
              <a:solidFill>
                <a:srgbClr val="000000"/>
              </a:solidFill>
              <a:latin typeface="Arial"/>
            </a:endParaRPr>
          </a:p>
        </p:txBody>
      </p:sp>
      <p:sp>
        <p:nvSpPr>
          <p:cNvPr id="86" name="PlaceHolder 1"/>
          <p:cNvSpPr>
            <a:spLocks noGrp="1"/>
          </p:cNvSpPr>
          <p:nvPr>
            <p:ph type="title"/>
          </p:nvPr>
        </p:nvSpPr>
        <p:spPr>
          <a:xfrm>
            <a:off x="677160" y="1932120"/>
            <a:ext cx="8596440" cy="2595240"/>
          </a:xfrm>
          <a:prstGeom prst="rect">
            <a:avLst/>
          </a:prstGeom>
          <a:noFill/>
          <a:ln w="0">
            <a:noFill/>
          </a:ln>
        </p:spPr>
        <p:txBody>
          <a:bodyPr lIns="91440" rIns="91440" tIns="45720" bIns="45720" anchor="b">
            <a:normAutofit/>
          </a:bodyPr>
          <a:p>
            <a:pPr indent="0" defTabSz="457200">
              <a:lnSpc>
                <a:spcPct val="100000"/>
              </a:lnSpc>
              <a:buNone/>
            </a:pPr>
            <a:r>
              <a:rPr b="0" lang="en-US" sz="4400" spc="-1" strike="noStrike">
                <a:solidFill>
                  <a:schemeClr val="accent1"/>
                </a:solidFill>
                <a:latin typeface="Trebuchet MS"/>
              </a:rPr>
              <a:t>Click to edit Master title style</a:t>
            </a:r>
            <a:endParaRPr b="0" lang="en-US" sz="4400" spc="-1" strike="noStrike">
              <a:solidFill>
                <a:schemeClr val="dk1"/>
              </a:solidFill>
              <a:latin typeface="Trebuchet MS"/>
            </a:endParaRPr>
          </a:p>
        </p:txBody>
      </p:sp>
      <p:sp>
        <p:nvSpPr>
          <p:cNvPr id="87" name="PlaceHolder 2"/>
          <p:cNvSpPr>
            <a:spLocks noGrp="1"/>
          </p:cNvSpPr>
          <p:nvPr>
            <p:ph type="body"/>
          </p:nvPr>
        </p:nvSpPr>
        <p:spPr>
          <a:xfrm>
            <a:off x="677160" y="4527360"/>
            <a:ext cx="8596440" cy="151344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b="0" lang="en-US" sz="1800" spc="-1" strike="noStrike">
                <a:solidFill>
                  <a:schemeClr val="dk1">
                    <a:lumMod val="75000"/>
                    <a:lumOff val="25000"/>
                  </a:schemeClr>
                </a:solidFill>
                <a:latin typeface="Trebuchet MS"/>
              </a:rPr>
              <a:t>Click to edit Master text styles</a:t>
            </a:r>
            <a:endParaRPr b="0" lang="en-US" sz="1800" spc="-1" strike="noStrike">
              <a:solidFill>
                <a:schemeClr val="dk1">
                  <a:lumMod val="75000"/>
                  <a:lumOff val="25000"/>
                </a:schemeClr>
              </a:solidFill>
              <a:latin typeface="Trebuchet MS"/>
            </a:endParaRPr>
          </a:p>
        </p:txBody>
      </p:sp>
      <p:sp>
        <p:nvSpPr>
          <p:cNvPr id="88" name="PlaceHolder 3"/>
          <p:cNvSpPr>
            <a:spLocks noGrp="1"/>
          </p:cNvSpPr>
          <p:nvPr>
            <p:ph type="dt" idx="10"/>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Trebuchet MS"/>
              </a:defRPr>
            </a:lvl1pPr>
          </a:lstStyle>
          <a:p>
            <a:pPr indent="0" algn="r" defTabSz="457200">
              <a:lnSpc>
                <a:spcPct val="100000"/>
              </a:lnSpc>
              <a:buNone/>
            </a:pPr>
            <a:r>
              <a:rPr b="0" lang="en-US" sz="900" spc="-1" strike="noStrike">
                <a:solidFill>
                  <a:schemeClr val="dk1">
                    <a:tint val="75000"/>
                  </a:schemeClr>
                </a:solidFill>
                <a:latin typeface="Trebuchet MS"/>
              </a:rPr>
              <a:t>&lt;date/time&gt;</a:t>
            </a:r>
            <a:endParaRPr b="0" lang="en-US" sz="900" spc="-1" strike="noStrike">
              <a:solidFill>
                <a:srgbClr val="000000"/>
              </a:solidFill>
              <a:latin typeface="Times New Roman"/>
            </a:endParaRPr>
          </a:p>
        </p:txBody>
      </p:sp>
      <p:sp>
        <p:nvSpPr>
          <p:cNvPr id="89" name="PlaceHolder 4"/>
          <p:cNvSpPr>
            <a:spLocks noGrp="1"/>
          </p:cNvSpPr>
          <p:nvPr>
            <p:ph type="ftr" idx="11"/>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90" name="PlaceHolder 5"/>
          <p:cNvSpPr>
            <a:spLocks noGrp="1"/>
          </p:cNvSpPr>
          <p:nvPr>
            <p:ph type="sldNum" idx="12"/>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accent1"/>
                </a:solidFill>
                <a:latin typeface="Trebuchet MS"/>
              </a:defRPr>
            </a:lvl1pPr>
          </a:lstStyle>
          <a:p>
            <a:pPr indent="0" algn="r" defTabSz="457200">
              <a:lnSpc>
                <a:spcPct val="100000"/>
              </a:lnSpc>
              <a:buNone/>
            </a:pPr>
            <a:fld id="{2C0A195B-2569-4353-88D7-DC323783752C}" type="slidenum">
              <a:rPr b="0" lang="en-US" sz="900" spc="-1" strike="noStrike">
                <a:solidFill>
                  <a:schemeClr val="accent1"/>
                </a:solidFill>
                <a:latin typeface="Trebuchet MS"/>
              </a:rPr>
              <a:t>&lt;number&gt;</a:t>
            </a:fld>
            <a:endParaRPr b="0" lang="en-U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91" name="Group 43"/>
          <p:cNvGrpSpPr/>
          <p:nvPr/>
        </p:nvGrpSpPr>
        <p:grpSpPr>
          <a:xfrm>
            <a:off x="0" y="-8640"/>
            <a:ext cx="12191760" cy="6866640"/>
            <a:chOff x="0" y="-8640"/>
            <a:chExt cx="12191760" cy="6866640"/>
          </a:xfrm>
        </p:grpSpPr>
        <p:cxnSp>
          <p:nvCxnSpPr>
            <p:cNvPr id="92" name="Straight Connector 19"/>
            <p:cNvCxnSpPr/>
            <p:nvPr/>
          </p:nvCxnSpPr>
          <p:spPr>
            <a:xfrm>
              <a:off x="9370800" y="0"/>
              <a:ext cx="1219680" cy="6858360"/>
            </a:xfrm>
            <a:prstGeom prst="straightConnector1">
              <a:avLst/>
            </a:prstGeom>
            <a:ln cap="rnd" w="9525">
              <a:solidFill>
                <a:srgbClr val="5fcbef">
                  <a:alpha val="70000"/>
                </a:srgbClr>
              </a:solidFill>
              <a:round/>
            </a:ln>
          </p:spPr>
        </p:cxnSp>
        <p:cxnSp>
          <p:nvCxnSpPr>
            <p:cNvPr id="93" name="Straight Connector 20"/>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94"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95"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96"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97"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98"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99"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100"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101"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grpSp>
      <p:sp>
        <p:nvSpPr>
          <p:cNvPr id="102"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F8E55DF1-BBB2-4F27-ABD7-CD70D7D3EBF6}" type="datetime1">
              <a:rPr b="0" lang="en-US" sz="1100" spc="-1" strike="noStrike">
                <a:solidFill>
                  <a:schemeClr val="accent2"/>
                </a:solidFill>
                <a:latin typeface="Trebuchet MS"/>
              </a:rPr>
              <a:t>09/07/2026</a:t>
            </a:fld>
            <a:endParaRPr b="0" lang="en-US" sz="1100" spc="-1" strike="noStrike">
              <a:solidFill>
                <a:srgbClr val="000000"/>
              </a:solidFill>
              <a:latin typeface="Arial"/>
            </a:endParaRPr>
          </a:p>
        </p:txBody>
      </p:sp>
      <p:sp>
        <p:nvSpPr>
          <p:cNvPr id="103"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US" sz="1100" spc="-1" strike="noStrike">
              <a:solidFill>
                <a:srgbClr val="000000"/>
              </a:solidFill>
              <a:latin typeface="Arial"/>
            </a:endParaRPr>
          </a:p>
        </p:txBody>
      </p:sp>
      <p:sp>
        <p:nvSpPr>
          <p:cNvPr id="104"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CDC1753E-8B15-4AA8-BFD3-CC5186BA5991}" type="slidenum">
              <a:rPr b="0" lang="en-US" sz="1100" spc="-1" strike="noStrike">
                <a:solidFill>
                  <a:schemeClr val="accent4"/>
                </a:solidFill>
                <a:latin typeface="Trebuchet MS"/>
              </a:rPr>
              <a:t>&lt;number&gt;</a:t>
            </a:fld>
            <a:endParaRPr b="0" lang="en-US" sz="1100" spc="-1" strike="noStrike">
              <a:solidFill>
                <a:srgbClr val="000000"/>
              </a:solidFill>
              <a:latin typeface="Arial"/>
            </a:endParaRPr>
          </a:p>
        </p:txBody>
      </p:sp>
      <p:sp>
        <p:nvSpPr>
          <p:cNvPr id="105" name="PlaceHolder 1"/>
          <p:cNvSpPr>
            <a:spLocks noGrp="1"/>
          </p:cNvSpPr>
          <p:nvPr>
            <p:ph type="title"/>
          </p:nvPr>
        </p:nvSpPr>
        <p:spPr>
          <a:xfrm>
            <a:off x="931320" y="609480"/>
            <a:ext cx="8093880" cy="3022200"/>
          </a:xfrm>
          <a:prstGeom prst="rect">
            <a:avLst/>
          </a:prstGeom>
          <a:noFill/>
          <a:ln w="0">
            <a:noFill/>
          </a:ln>
        </p:spPr>
        <p:txBody>
          <a:bodyPr lIns="91440" rIns="91440" tIns="45720" bIns="45720" anchor="ctr">
            <a:normAutofit/>
          </a:bodyPr>
          <a:p>
            <a:pPr indent="0" defTabSz="457200">
              <a:lnSpc>
                <a:spcPct val="100000"/>
              </a:lnSpc>
              <a:buNone/>
            </a:pPr>
            <a:r>
              <a:rPr b="0" lang="en-US" sz="4400" spc="-1" strike="noStrike">
                <a:solidFill>
                  <a:schemeClr val="accent1"/>
                </a:solidFill>
                <a:latin typeface="Trebuchet MS"/>
              </a:rPr>
              <a:t>Click to edit Master title style</a:t>
            </a:r>
            <a:endParaRPr b="0" lang="en-US" sz="4400" spc="-1" strike="noStrike">
              <a:solidFill>
                <a:schemeClr val="dk1"/>
              </a:solidFill>
              <a:latin typeface="Trebuchet MS"/>
            </a:endParaRPr>
          </a:p>
        </p:txBody>
      </p:sp>
      <p:sp>
        <p:nvSpPr>
          <p:cNvPr id="106" name="PlaceHolder 2"/>
          <p:cNvSpPr>
            <a:spLocks noGrp="1"/>
          </p:cNvSpPr>
          <p:nvPr>
            <p:ph type="body"/>
          </p:nvPr>
        </p:nvSpPr>
        <p:spPr>
          <a:xfrm>
            <a:off x="677160" y="4013280"/>
            <a:ext cx="8596440" cy="51372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b="0" lang="en-US" sz="2400" spc="-1" strike="noStrike">
                <a:solidFill>
                  <a:schemeClr val="dk1">
                    <a:lumMod val="75000"/>
                    <a:lumOff val="25000"/>
                  </a:schemeClr>
                </a:solidFill>
                <a:latin typeface="Trebuchet MS"/>
              </a:rPr>
              <a:t>Click to edit Master text styles</a:t>
            </a:r>
            <a:endParaRPr b="0" lang="en-US" sz="2400" spc="-1" strike="noStrike">
              <a:solidFill>
                <a:schemeClr val="dk1">
                  <a:lumMod val="75000"/>
                  <a:lumOff val="25000"/>
                </a:schemeClr>
              </a:solidFill>
              <a:latin typeface="Trebuchet MS"/>
            </a:endParaRPr>
          </a:p>
        </p:txBody>
      </p:sp>
      <p:sp>
        <p:nvSpPr>
          <p:cNvPr id="107" name="PlaceHolder 3"/>
          <p:cNvSpPr>
            <a:spLocks noGrp="1"/>
          </p:cNvSpPr>
          <p:nvPr>
            <p:ph type="body"/>
          </p:nvPr>
        </p:nvSpPr>
        <p:spPr>
          <a:xfrm>
            <a:off x="677160" y="4527360"/>
            <a:ext cx="8596440" cy="151344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b="0" lang="en-US" sz="1800" spc="-1" strike="noStrike">
                <a:solidFill>
                  <a:schemeClr val="dk1">
                    <a:lumMod val="50000"/>
                    <a:lumOff val="50000"/>
                  </a:schemeClr>
                </a:solidFill>
                <a:latin typeface="Trebuchet MS"/>
              </a:rPr>
              <a:t>Click to edit Master text styles</a:t>
            </a:r>
            <a:endParaRPr b="0" lang="en-US" sz="1800" spc="-1" strike="noStrike">
              <a:solidFill>
                <a:schemeClr val="dk1">
                  <a:lumMod val="75000"/>
                  <a:lumOff val="25000"/>
                </a:schemeClr>
              </a:solidFill>
              <a:latin typeface="Trebuchet MS"/>
            </a:endParaRPr>
          </a:p>
        </p:txBody>
      </p:sp>
      <p:sp>
        <p:nvSpPr>
          <p:cNvPr id="108" name="PlaceHolder 4"/>
          <p:cNvSpPr>
            <a:spLocks noGrp="1"/>
          </p:cNvSpPr>
          <p:nvPr>
            <p:ph type="dt" idx="13"/>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Trebuchet MS"/>
              </a:defRPr>
            </a:lvl1pPr>
          </a:lstStyle>
          <a:p>
            <a:pPr indent="0" algn="r" defTabSz="457200">
              <a:lnSpc>
                <a:spcPct val="100000"/>
              </a:lnSpc>
              <a:buNone/>
            </a:pPr>
            <a:r>
              <a:rPr b="0" lang="en-US" sz="900" spc="-1" strike="noStrike">
                <a:solidFill>
                  <a:schemeClr val="dk1">
                    <a:tint val="75000"/>
                  </a:schemeClr>
                </a:solidFill>
                <a:latin typeface="Trebuchet MS"/>
              </a:rPr>
              <a:t>&lt;date/time&gt;</a:t>
            </a:r>
            <a:endParaRPr b="0" lang="en-US" sz="900" spc="-1" strike="noStrike">
              <a:solidFill>
                <a:srgbClr val="000000"/>
              </a:solidFill>
              <a:latin typeface="Times New Roman"/>
            </a:endParaRPr>
          </a:p>
        </p:txBody>
      </p:sp>
      <p:sp>
        <p:nvSpPr>
          <p:cNvPr id="109" name="PlaceHolder 5"/>
          <p:cNvSpPr>
            <a:spLocks noGrp="1"/>
          </p:cNvSpPr>
          <p:nvPr>
            <p:ph type="ftr" idx="14"/>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10" name="PlaceHolder 6"/>
          <p:cNvSpPr>
            <a:spLocks noGrp="1"/>
          </p:cNvSpPr>
          <p:nvPr>
            <p:ph type="sldNum" idx="15"/>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accent1"/>
                </a:solidFill>
                <a:latin typeface="Trebuchet MS"/>
              </a:defRPr>
            </a:lvl1pPr>
          </a:lstStyle>
          <a:p>
            <a:pPr indent="0" algn="r" defTabSz="457200">
              <a:lnSpc>
                <a:spcPct val="100000"/>
              </a:lnSpc>
              <a:buNone/>
            </a:pPr>
            <a:fld id="{B421688F-76D3-4A02-815C-2B911C7986E6}" type="slidenum">
              <a:rPr b="0" lang="en-US" sz="900" spc="-1" strike="noStrike">
                <a:solidFill>
                  <a:schemeClr val="accent1"/>
                </a:solidFill>
                <a:latin typeface="Trebuchet MS"/>
              </a:rPr>
              <a:t>&lt;number&gt;</a:t>
            </a:fld>
            <a:endParaRPr b="0" lang="en-US" sz="900" spc="-1" strike="noStrike">
              <a:solidFill>
                <a:srgbClr val="000000"/>
              </a:solidFill>
              <a:latin typeface="Times New Roman"/>
            </a:endParaRPr>
          </a:p>
        </p:txBody>
      </p:sp>
      <p:sp>
        <p:nvSpPr>
          <p:cNvPr id="111" name="TextBox 23"/>
          <p:cNvSpPr/>
          <p:nvPr/>
        </p:nvSpPr>
        <p:spPr>
          <a:xfrm>
            <a:off x="541800" y="790200"/>
            <a:ext cx="609120" cy="584280"/>
          </a:xfrm>
          <a:prstGeom prst="rect">
            <a:avLst/>
          </a:prstGeom>
          <a:noFill/>
          <a:ln w="0">
            <a:noFill/>
          </a:ln>
        </p:spPr>
        <p:style>
          <a:lnRef idx="0"/>
          <a:fillRef idx="0"/>
          <a:effectRef idx="0"/>
          <a:fontRef idx="minor"/>
        </p:style>
        <p:txBody>
          <a:bodyPr anchor="ctr">
            <a:noAutofit/>
          </a:bodyPr>
          <a:p>
            <a:pPr defTabSz="457200">
              <a:lnSpc>
                <a:spcPct val="100000"/>
              </a:lnSpc>
            </a:pPr>
            <a:r>
              <a:rPr b="0" lang="en-US" sz="8000" spc="-1" strike="noStrike">
                <a:solidFill>
                  <a:schemeClr val="accent1">
                    <a:lumMod val="60000"/>
                    <a:lumOff val="40000"/>
                  </a:schemeClr>
                </a:solidFill>
                <a:latin typeface="Arial"/>
              </a:rPr>
              <a:t>“</a:t>
            </a:r>
            <a:endParaRPr b="0" lang="en-US" sz="8000" spc="-1" strike="noStrike">
              <a:solidFill>
                <a:srgbClr val="000000"/>
              </a:solidFill>
              <a:latin typeface="Arial"/>
            </a:endParaRPr>
          </a:p>
        </p:txBody>
      </p:sp>
      <p:sp>
        <p:nvSpPr>
          <p:cNvPr id="112" name="TextBox 24"/>
          <p:cNvSpPr/>
          <p:nvPr/>
        </p:nvSpPr>
        <p:spPr>
          <a:xfrm>
            <a:off x="8893080" y="2886480"/>
            <a:ext cx="609120" cy="584280"/>
          </a:xfrm>
          <a:prstGeom prst="rect">
            <a:avLst/>
          </a:prstGeom>
          <a:noFill/>
          <a:ln w="0">
            <a:noFill/>
          </a:ln>
        </p:spPr>
        <p:style>
          <a:lnRef idx="0"/>
          <a:fillRef idx="0"/>
          <a:effectRef idx="0"/>
          <a:fontRef idx="minor"/>
        </p:style>
        <p:txBody>
          <a:bodyPr anchor="ctr">
            <a:noAutofit/>
          </a:bodyPr>
          <a:p>
            <a:pPr defTabSz="457200">
              <a:lnSpc>
                <a:spcPct val="100000"/>
              </a:lnSpc>
            </a:pPr>
            <a:r>
              <a:rPr b="0" lang="en-US" sz="8000" spc="-1" strike="noStrike">
                <a:solidFill>
                  <a:schemeClr val="accent1">
                    <a:lumMod val="60000"/>
                    <a:lumOff val="40000"/>
                  </a:schemeClr>
                </a:solidFill>
                <a:latin typeface="Arial"/>
              </a:rPr>
              <a:t>”</a:t>
            </a:r>
            <a:endParaRPr b="0" lang="en-US" sz="8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113" name="Group 43"/>
          <p:cNvGrpSpPr/>
          <p:nvPr/>
        </p:nvGrpSpPr>
        <p:grpSpPr>
          <a:xfrm>
            <a:off x="0" y="-8640"/>
            <a:ext cx="12191760" cy="6866640"/>
            <a:chOff x="0" y="-8640"/>
            <a:chExt cx="12191760" cy="6866640"/>
          </a:xfrm>
        </p:grpSpPr>
        <p:cxnSp>
          <p:nvCxnSpPr>
            <p:cNvPr id="114" name="Straight Connector 19"/>
            <p:cNvCxnSpPr/>
            <p:nvPr/>
          </p:nvCxnSpPr>
          <p:spPr>
            <a:xfrm>
              <a:off x="9370800" y="0"/>
              <a:ext cx="1219680" cy="6858360"/>
            </a:xfrm>
            <a:prstGeom prst="straightConnector1">
              <a:avLst/>
            </a:prstGeom>
            <a:ln cap="rnd" w="9525">
              <a:solidFill>
                <a:srgbClr val="5fcbef">
                  <a:alpha val="70000"/>
                </a:srgbClr>
              </a:solidFill>
              <a:round/>
            </a:ln>
          </p:spPr>
        </p:cxnSp>
        <p:cxnSp>
          <p:nvCxnSpPr>
            <p:cNvPr id="115" name="Straight Connector 20"/>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116"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117"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118"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119"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120"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121"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122"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123"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grpSp>
      <p:sp>
        <p:nvSpPr>
          <p:cNvPr id="124"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415D1CB0-80BA-408F-8FDC-C48717EBD54E}" type="datetime1">
              <a:rPr b="0" lang="en-US" sz="1100" spc="-1" strike="noStrike">
                <a:solidFill>
                  <a:schemeClr val="accent2"/>
                </a:solidFill>
                <a:latin typeface="Trebuchet MS"/>
              </a:rPr>
              <a:t>09/07/2026</a:t>
            </a:fld>
            <a:endParaRPr b="0" lang="en-US" sz="1100" spc="-1" strike="noStrike">
              <a:solidFill>
                <a:srgbClr val="000000"/>
              </a:solidFill>
              <a:latin typeface="Arial"/>
            </a:endParaRPr>
          </a:p>
        </p:txBody>
      </p:sp>
      <p:sp>
        <p:nvSpPr>
          <p:cNvPr id="125"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US" sz="1100" spc="-1" strike="noStrike">
              <a:solidFill>
                <a:srgbClr val="000000"/>
              </a:solidFill>
              <a:latin typeface="Arial"/>
            </a:endParaRPr>
          </a:p>
        </p:txBody>
      </p:sp>
      <p:sp>
        <p:nvSpPr>
          <p:cNvPr id="126"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3459868B-BF64-441E-AD72-C343EB6DAB74}" type="slidenum">
              <a:rPr b="0" lang="en-US" sz="1100" spc="-1" strike="noStrike">
                <a:solidFill>
                  <a:schemeClr val="accent4"/>
                </a:solidFill>
                <a:latin typeface="Trebuchet MS"/>
              </a:rPr>
              <a:t>&lt;number&gt;</a:t>
            </a:fld>
            <a:endParaRPr b="0" lang="en-US" sz="1100" spc="-1" strike="noStrike">
              <a:solidFill>
                <a:srgbClr val="000000"/>
              </a:solidFill>
              <a:latin typeface="Arial"/>
            </a:endParaRPr>
          </a:p>
        </p:txBody>
      </p:sp>
      <p:sp>
        <p:nvSpPr>
          <p:cNvPr id="127" name="PlaceHolder 1"/>
          <p:cNvSpPr>
            <a:spLocks noGrp="1"/>
          </p:cNvSpPr>
          <p:nvPr>
            <p:ph type="title"/>
          </p:nvPr>
        </p:nvSpPr>
        <p:spPr>
          <a:xfrm>
            <a:off x="685800" y="609480"/>
            <a:ext cx="8587800" cy="3022200"/>
          </a:xfrm>
          <a:prstGeom prst="rect">
            <a:avLst/>
          </a:prstGeom>
          <a:noFill/>
          <a:ln w="0">
            <a:noFill/>
          </a:ln>
        </p:spPr>
        <p:txBody>
          <a:bodyPr lIns="91440" rIns="91440" tIns="45720" bIns="45720" anchor="ctr">
            <a:normAutofit/>
          </a:bodyPr>
          <a:p>
            <a:pPr indent="0" defTabSz="457200">
              <a:lnSpc>
                <a:spcPct val="100000"/>
              </a:lnSpc>
              <a:buNone/>
            </a:pPr>
            <a:r>
              <a:rPr b="0" lang="en-US" sz="4400" spc="-1" strike="noStrike">
                <a:solidFill>
                  <a:schemeClr val="accent1"/>
                </a:solidFill>
                <a:latin typeface="Trebuchet MS"/>
              </a:rPr>
              <a:t>Click to edit Master title style</a:t>
            </a:r>
            <a:endParaRPr b="0" lang="en-US" sz="4400" spc="-1" strike="noStrike">
              <a:solidFill>
                <a:schemeClr val="dk1"/>
              </a:solidFill>
              <a:latin typeface="Trebuchet MS"/>
            </a:endParaRPr>
          </a:p>
        </p:txBody>
      </p:sp>
      <p:sp>
        <p:nvSpPr>
          <p:cNvPr id="128" name="PlaceHolder 2"/>
          <p:cNvSpPr>
            <a:spLocks noGrp="1"/>
          </p:cNvSpPr>
          <p:nvPr>
            <p:ph type="body"/>
          </p:nvPr>
        </p:nvSpPr>
        <p:spPr>
          <a:xfrm>
            <a:off x="677160" y="4013280"/>
            <a:ext cx="8596440" cy="51372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b="0" lang="en-US" sz="2400" spc="-1" strike="noStrike">
                <a:solidFill>
                  <a:schemeClr val="accent1"/>
                </a:solidFill>
                <a:latin typeface="Trebuchet MS"/>
              </a:rPr>
              <a:t>Click to edit Master text styles</a:t>
            </a:r>
            <a:endParaRPr b="0" lang="en-US" sz="2400" spc="-1" strike="noStrike">
              <a:solidFill>
                <a:schemeClr val="dk1">
                  <a:lumMod val="75000"/>
                  <a:lumOff val="25000"/>
                </a:schemeClr>
              </a:solidFill>
              <a:latin typeface="Trebuchet MS"/>
            </a:endParaRPr>
          </a:p>
        </p:txBody>
      </p:sp>
      <p:sp>
        <p:nvSpPr>
          <p:cNvPr id="129" name="PlaceHolder 3"/>
          <p:cNvSpPr>
            <a:spLocks noGrp="1"/>
          </p:cNvSpPr>
          <p:nvPr>
            <p:ph type="body"/>
          </p:nvPr>
        </p:nvSpPr>
        <p:spPr>
          <a:xfrm>
            <a:off x="677160" y="4527360"/>
            <a:ext cx="8596440" cy="151344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b="0" lang="en-US" sz="1800" spc="-1" strike="noStrike">
                <a:solidFill>
                  <a:schemeClr val="dk1">
                    <a:lumMod val="50000"/>
                    <a:lumOff val="50000"/>
                  </a:schemeClr>
                </a:solidFill>
                <a:latin typeface="Trebuchet MS"/>
              </a:rPr>
              <a:t>Click to edit Master text styles</a:t>
            </a:r>
            <a:endParaRPr b="0" lang="en-US" sz="1800" spc="-1" strike="noStrike">
              <a:solidFill>
                <a:schemeClr val="dk1">
                  <a:lumMod val="75000"/>
                  <a:lumOff val="25000"/>
                </a:schemeClr>
              </a:solidFill>
              <a:latin typeface="Trebuchet MS"/>
            </a:endParaRPr>
          </a:p>
        </p:txBody>
      </p:sp>
      <p:sp>
        <p:nvSpPr>
          <p:cNvPr id="130" name="PlaceHolder 4"/>
          <p:cNvSpPr>
            <a:spLocks noGrp="1"/>
          </p:cNvSpPr>
          <p:nvPr>
            <p:ph type="dt" idx="16"/>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Trebuchet MS"/>
              </a:defRPr>
            </a:lvl1pPr>
          </a:lstStyle>
          <a:p>
            <a:pPr indent="0" algn="r" defTabSz="457200">
              <a:lnSpc>
                <a:spcPct val="100000"/>
              </a:lnSpc>
              <a:buNone/>
            </a:pPr>
            <a:r>
              <a:rPr b="0" lang="en-US" sz="900" spc="-1" strike="noStrike">
                <a:solidFill>
                  <a:schemeClr val="dk1">
                    <a:tint val="75000"/>
                  </a:schemeClr>
                </a:solidFill>
                <a:latin typeface="Trebuchet MS"/>
              </a:rPr>
              <a:t>&lt;date/time&gt;</a:t>
            </a:r>
            <a:endParaRPr b="0" lang="en-US" sz="900" spc="-1" strike="noStrike">
              <a:solidFill>
                <a:srgbClr val="000000"/>
              </a:solidFill>
              <a:latin typeface="Times New Roman"/>
            </a:endParaRPr>
          </a:p>
        </p:txBody>
      </p:sp>
      <p:sp>
        <p:nvSpPr>
          <p:cNvPr id="131" name="PlaceHolder 5"/>
          <p:cNvSpPr>
            <a:spLocks noGrp="1"/>
          </p:cNvSpPr>
          <p:nvPr>
            <p:ph type="ftr" idx="17"/>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32" name="PlaceHolder 6"/>
          <p:cNvSpPr>
            <a:spLocks noGrp="1"/>
          </p:cNvSpPr>
          <p:nvPr>
            <p:ph type="sldNum" idx="18"/>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accent1"/>
                </a:solidFill>
                <a:latin typeface="Trebuchet MS"/>
              </a:defRPr>
            </a:lvl1pPr>
          </a:lstStyle>
          <a:p>
            <a:pPr indent="0" algn="r" defTabSz="457200">
              <a:lnSpc>
                <a:spcPct val="100000"/>
              </a:lnSpc>
              <a:buNone/>
            </a:pPr>
            <a:fld id="{D3EDFEAD-2DAA-4A42-8137-BE0A3B71F5A4}" type="slidenum">
              <a:rPr b="0" lang="en-US" sz="900" spc="-1" strike="noStrike">
                <a:solidFill>
                  <a:schemeClr val="accent1"/>
                </a:solidFill>
                <a:latin typeface="Trebuchet MS"/>
              </a:rPr>
              <a:t>&lt;number&gt;</a:t>
            </a:fld>
            <a:endParaRPr b="0" lang="en-U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133" name="Group 43"/>
          <p:cNvGrpSpPr/>
          <p:nvPr/>
        </p:nvGrpSpPr>
        <p:grpSpPr>
          <a:xfrm>
            <a:off x="0" y="-8640"/>
            <a:ext cx="12191760" cy="6866640"/>
            <a:chOff x="0" y="-8640"/>
            <a:chExt cx="12191760" cy="6866640"/>
          </a:xfrm>
        </p:grpSpPr>
        <p:cxnSp>
          <p:nvCxnSpPr>
            <p:cNvPr id="134" name="Straight Connector 19"/>
            <p:cNvCxnSpPr/>
            <p:nvPr/>
          </p:nvCxnSpPr>
          <p:spPr>
            <a:xfrm>
              <a:off x="9370800" y="0"/>
              <a:ext cx="1219680" cy="6858360"/>
            </a:xfrm>
            <a:prstGeom prst="straightConnector1">
              <a:avLst/>
            </a:prstGeom>
            <a:ln cap="rnd" w="9525">
              <a:solidFill>
                <a:srgbClr val="5fcbef">
                  <a:alpha val="70000"/>
                </a:srgbClr>
              </a:solidFill>
              <a:round/>
            </a:ln>
          </p:spPr>
        </p:cxnSp>
        <p:cxnSp>
          <p:nvCxnSpPr>
            <p:cNvPr id="135" name="Straight Connector 20"/>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136"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137"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138"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139"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140"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141"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142"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143"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grpSp>
      <p:sp>
        <p:nvSpPr>
          <p:cNvPr id="144"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937F5E5D-995C-45A4-9BB1-33C9DB0F9E8D}" type="datetime1">
              <a:rPr b="0" lang="en-US" sz="1100" spc="-1" strike="noStrike">
                <a:solidFill>
                  <a:schemeClr val="accent2"/>
                </a:solidFill>
                <a:latin typeface="Trebuchet MS"/>
              </a:rPr>
              <a:t>09/07/2026</a:t>
            </a:fld>
            <a:endParaRPr b="0" lang="en-US" sz="1100" spc="-1" strike="noStrike">
              <a:solidFill>
                <a:srgbClr val="000000"/>
              </a:solidFill>
              <a:latin typeface="Arial"/>
            </a:endParaRPr>
          </a:p>
        </p:txBody>
      </p:sp>
      <p:sp>
        <p:nvSpPr>
          <p:cNvPr id="145"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US" sz="1100" spc="-1" strike="noStrike">
              <a:solidFill>
                <a:srgbClr val="000000"/>
              </a:solidFill>
              <a:latin typeface="Arial"/>
            </a:endParaRPr>
          </a:p>
        </p:txBody>
      </p:sp>
      <p:sp>
        <p:nvSpPr>
          <p:cNvPr id="146"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78967321-2268-4EE0-BB74-471C56CA9022}" type="slidenum">
              <a:rPr b="0" lang="en-US" sz="1100" spc="-1" strike="noStrike">
                <a:solidFill>
                  <a:schemeClr val="accent4"/>
                </a:solidFill>
                <a:latin typeface="Trebuchet MS"/>
              </a:rPr>
              <a:t>&lt;number&gt;</a:t>
            </a:fld>
            <a:endParaRPr b="0" lang="en-US" sz="1100" spc="-1" strike="noStrike">
              <a:solidFill>
                <a:srgbClr val="000000"/>
              </a:solidFill>
              <a:latin typeface="Arial"/>
            </a:endParaRPr>
          </a:p>
        </p:txBody>
      </p:sp>
      <p:sp>
        <p:nvSpPr>
          <p:cNvPr id="147" name="PlaceHolder 1"/>
          <p:cNvSpPr>
            <a:spLocks noGrp="1"/>
          </p:cNvSpPr>
          <p:nvPr>
            <p:ph type="title"/>
          </p:nvPr>
        </p:nvSpPr>
        <p:spPr>
          <a:xfrm>
            <a:off x="677160" y="609480"/>
            <a:ext cx="8596440" cy="132048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accent1"/>
                </a:solidFill>
                <a:latin typeface="Trebuchet MS"/>
              </a:rPr>
              <a:t>Click to edit Master title style</a:t>
            </a:r>
            <a:endParaRPr b="0" lang="en-US" sz="3600" spc="-1" strike="noStrike">
              <a:solidFill>
                <a:schemeClr val="dk1"/>
              </a:solidFill>
              <a:latin typeface="Trebuchet MS"/>
            </a:endParaRPr>
          </a:p>
        </p:txBody>
      </p:sp>
      <p:sp>
        <p:nvSpPr>
          <p:cNvPr id="148" name="PlaceHolder 2"/>
          <p:cNvSpPr>
            <a:spLocks noGrp="1"/>
          </p:cNvSpPr>
          <p:nvPr>
            <p:ph type="body"/>
          </p:nvPr>
        </p:nvSpPr>
        <p:spPr>
          <a:xfrm>
            <a:off x="677160" y="2160720"/>
            <a:ext cx="8596440" cy="3880440"/>
          </a:xfrm>
          <a:prstGeom prst="rect">
            <a:avLst/>
          </a:prstGeom>
          <a:noFill/>
          <a:ln w="0">
            <a:noFill/>
          </a:ln>
        </p:spPr>
        <p:txBody>
          <a:bodyPr lIns="91440" rIns="91440" tIns="45720" bIns="45720" anchor="t" vert="eaVert">
            <a:noAutofit/>
          </a:bodyPr>
          <a:p>
            <a:pPr marL="343080" indent="-343080" defTabSz="457200">
              <a:lnSpc>
                <a:spcPct val="100000"/>
              </a:lnSpc>
              <a:spcBef>
                <a:spcPts val="1001"/>
              </a:spcBef>
              <a:buClr>
                <a:srgbClr val="5fcbef"/>
              </a:buClr>
              <a:buSzPct val="80000"/>
              <a:buFont typeface="Wingdings 3" charset="2"/>
              <a:buChar char=""/>
            </a:pPr>
            <a:r>
              <a:rPr b="0" lang="en-US" sz="1800" spc="-1" strike="noStrike">
                <a:solidFill>
                  <a:schemeClr val="dk1">
                    <a:lumMod val="75000"/>
                    <a:lumOff val="25000"/>
                  </a:schemeClr>
                </a:solidFill>
                <a:latin typeface="Trebuchet MS"/>
              </a:rPr>
              <a:t>Click to edit Master text styles</a:t>
            </a:r>
            <a:endParaRPr b="0" lang="en-US" sz="1800" spc="-1" strike="noStrike">
              <a:solidFill>
                <a:schemeClr val="dk1">
                  <a:lumMod val="75000"/>
                  <a:lumOff val="25000"/>
                </a:schemeClr>
              </a:solidFill>
              <a:latin typeface="Trebuchet MS"/>
            </a:endParaRPr>
          </a:p>
          <a:p>
            <a:pPr lvl="1" marL="743040" indent="-285840" defTabSz="457200">
              <a:lnSpc>
                <a:spcPct val="100000"/>
              </a:lnSpc>
              <a:spcBef>
                <a:spcPts val="1001"/>
              </a:spcBef>
              <a:buClr>
                <a:srgbClr val="5fcbef"/>
              </a:buClr>
              <a:buSzPct val="80000"/>
              <a:buFont typeface="Wingdings 3" charset="2"/>
              <a:buChar char=""/>
            </a:pPr>
            <a:r>
              <a:rPr b="0" lang="en-US" sz="1600" spc="-1" strike="noStrike">
                <a:solidFill>
                  <a:schemeClr val="dk1">
                    <a:lumMod val="75000"/>
                    <a:lumOff val="25000"/>
                  </a:schemeClr>
                </a:solidFill>
                <a:latin typeface="Trebuchet MS"/>
              </a:rPr>
              <a:t>Second level</a:t>
            </a:r>
            <a:endParaRPr b="0" lang="en-US" sz="1600" spc="-1" strike="noStrike">
              <a:solidFill>
                <a:schemeClr val="dk1">
                  <a:lumMod val="75000"/>
                  <a:lumOff val="25000"/>
                </a:schemeClr>
              </a:solidFill>
              <a:latin typeface="Trebuchet MS"/>
            </a:endParaRPr>
          </a:p>
          <a:p>
            <a:pPr lvl="2" marL="1143000" indent="-228600" defTabSz="457200">
              <a:lnSpc>
                <a:spcPct val="100000"/>
              </a:lnSpc>
              <a:spcBef>
                <a:spcPts val="1001"/>
              </a:spcBef>
              <a:buClr>
                <a:srgbClr val="5fcbef"/>
              </a:buClr>
              <a:buSzPct val="80000"/>
              <a:buFont typeface="Wingdings 3" charset="2"/>
              <a:buChar char=""/>
            </a:pPr>
            <a:r>
              <a:rPr b="0" lang="en-US" sz="1400" spc="-1" strike="noStrike">
                <a:solidFill>
                  <a:schemeClr val="dk1">
                    <a:lumMod val="75000"/>
                    <a:lumOff val="25000"/>
                  </a:schemeClr>
                </a:solidFill>
                <a:latin typeface="Trebuchet MS"/>
              </a:rPr>
              <a:t>Third level</a:t>
            </a:r>
            <a:endParaRPr b="0" lang="en-US" sz="1400" spc="-1" strike="noStrike">
              <a:solidFill>
                <a:schemeClr val="dk1">
                  <a:lumMod val="75000"/>
                  <a:lumOff val="25000"/>
                </a:schemeClr>
              </a:solidFill>
              <a:latin typeface="Trebuchet MS"/>
            </a:endParaRPr>
          </a:p>
          <a:p>
            <a:pPr lvl="3" marL="1600200" indent="-228600" defTabSz="457200">
              <a:lnSpc>
                <a:spcPct val="100000"/>
              </a:lnSpc>
              <a:spcBef>
                <a:spcPts val="1001"/>
              </a:spcBef>
              <a:buClr>
                <a:srgbClr val="5fcbef"/>
              </a:buClr>
              <a:buSzPct val="80000"/>
              <a:buFont typeface="Wingdings 3" charset="2"/>
              <a:buChar char=""/>
            </a:pPr>
            <a:r>
              <a:rPr b="0" lang="en-US" sz="1200" spc="-1" strike="noStrike">
                <a:solidFill>
                  <a:schemeClr val="dk1">
                    <a:lumMod val="75000"/>
                    <a:lumOff val="25000"/>
                  </a:schemeClr>
                </a:solidFill>
                <a:latin typeface="Trebuchet MS"/>
              </a:rPr>
              <a:t>Fourth level</a:t>
            </a:r>
            <a:endParaRPr b="0" lang="en-US" sz="1200" spc="-1" strike="noStrike">
              <a:solidFill>
                <a:schemeClr val="dk1">
                  <a:lumMod val="75000"/>
                  <a:lumOff val="25000"/>
                </a:schemeClr>
              </a:solidFill>
              <a:latin typeface="Trebuchet MS"/>
            </a:endParaRPr>
          </a:p>
          <a:p>
            <a:pPr lvl="4" marL="2057400" indent="-228600" defTabSz="457200">
              <a:lnSpc>
                <a:spcPct val="100000"/>
              </a:lnSpc>
              <a:spcBef>
                <a:spcPts val="1001"/>
              </a:spcBef>
              <a:buClr>
                <a:srgbClr val="5fcbef"/>
              </a:buClr>
              <a:buSzPct val="80000"/>
              <a:buFont typeface="Wingdings 3" charset="2"/>
              <a:buChar char=""/>
            </a:pPr>
            <a:r>
              <a:rPr b="0" lang="en-US" sz="1200" spc="-1" strike="noStrike">
                <a:solidFill>
                  <a:schemeClr val="dk1">
                    <a:lumMod val="75000"/>
                    <a:lumOff val="25000"/>
                  </a:schemeClr>
                </a:solidFill>
                <a:latin typeface="Trebuchet MS"/>
              </a:rPr>
              <a:t>Fifth level</a:t>
            </a:r>
            <a:endParaRPr b="0" lang="en-US" sz="1200" spc="-1" strike="noStrike">
              <a:solidFill>
                <a:schemeClr val="dk1">
                  <a:lumMod val="75000"/>
                  <a:lumOff val="25000"/>
                </a:schemeClr>
              </a:solidFill>
              <a:latin typeface="Trebuchet MS"/>
            </a:endParaRPr>
          </a:p>
        </p:txBody>
      </p:sp>
      <p:sp>
        <p:nvSpPr>
          <p:cNvPr id="149" name="PlaceHolder 3"/>
          <p:cNvSpPr>
            <a:spLocks noGrp="1"/>
          </p:cNvSpPr>
          <p:nvPr>
            <p:ph type="dt" idx="19"/>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Trebuchet MS"/>
              </a:defRPr>
            </a:lvl1pPr>
          </a:lstStyle>
          <a:p>
            <a:pPr indent="0" algn="r" defTabSz="457200">
              <a:lnSpc>
                <a:spcPct val="100000"/>
              </a:lnSpc>
              <a:buNone/>
            </a:pPr>
            <a:r>
              <a:rPr b="0" lang="en-US" sz="900" spc="-1" strike="noStrike">
                <a:solidFill>
                  <a:schemeClr val="dk1">
                    <a:tint val="75000"/>
                  </a:schemeClr>
                </a:solidFill>
                <a:latin typeface="Trebuchet MS"/>
              </a:rPr>
              <a:t>&lt;date/time&gt;</a:t>
            </a:r>
            <a:endParaRPr b="0" lang="en-US" sz="900" spc="-1" strike="noStrike">
              <a:solidFill>
                <a:srgbClr val="000000"/>
              </a:solidFill>
              <a:latin typeface="Times New Roman"/>
            </a:endParaRPr>
          </a:p>
        </p:txBody>
      </p:sp>
      <p:sp>
        <p:nvSpPr>
          <p:cNvPr id="150" name="PlaceHolder 4"/>
          <p:cNvSpPr>
            <a:spLocks noGrp="1"/>
          </p:cNvSpPr>
          <p:nvPr>
            <p:ph type="ftr" idx="20"/>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51" name="PlaceHolder 5"/>
          <p:cNvSpPr>
            <a:spLocks noGrp="1"/>
          </p:cNvSpPr>
          <p:nvPr>
            <p:ph type="sldNum" idx="21"/>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accent1"/>
                </a:solidFill>
                <a:latin typeface="Trebuchet MS"/>
              </a:defRPr>
            </a:lvl1pPr>
          </a:lstStyle>
          <a:p>
            <a:pPr indent="0" algn="r" defTabSz="457200">
              <a:lnSpc>
                <a:spcPct val="100000"/>
              </a:lnSpc>
              <a:buNone/>
            </a:pPr>
            <a:fld id="{36B299BF-D7DD-4E3B-9E64-CCDE59A0E5BE}" type="slidenum">
              <a:rPr b="0" lang="en-US" sz="900" spc="-1" strike="noStrike">
                <a:solidFill>
                  <a:schemeClr val="accent1"/>
                </a:solidFill>
                <a:latin typeface="Trebuchet MS"/>
              </a:rPr>
              <a:t>&lt;number&gt;</a:t>
            </a:fld>
            <a:endParaRPr b="0" lang="en-U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152" name="Group 43"/>
          <p:cNvGrpSpPr/>
          <p:nvPr/>
        </p:nvGrpSpPr>
        <p:grpSpPr>
          <a:xfrm>
            <a:off x="0" y="-8640"/>
            <a:ext cx="12191760" cy="6866640"/>
            <a:chOff x="0" y="-8640"/>
            <a:chExt cx="12191760" cy="6866640"/>
          </a:xfrm>
        </p:grpSpPr>
        <p:cxnSp>
          <p:nvCxnSpPr>
            <p:cNvPr id="153" name="Straight Connector 19"/>
            <p:cNvCxnSpPr/>
            <p:nvPr/>
          </p:nvCxnSpPr>
          <p:spPr>
            <a:xfrm>
              <a:off x="9370800" y="0"/>
              <a:ext cx="1219680" cy="6858360"/>
            </a:xfrm>
            <a:prstGeom prst="straightConnector1">
              <a:avLst/>
            </a:prstGeom>
            <a:ln cap="rnd" w="9525">
              <a:solidFill>
                <a:srgbClr val="5fcbef">
                  <a:alpha val="70000"/>
                </a:srgbClr>
              </a:solidFill>
              <a:round/>
            </a:ln>
          </p:spPr>
        </p:cxnSp>
        <p:cxnSp>
          <p:nvCxnSpPr>
            <p:cNvPr id="154" name="Straight Connector 20"/>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155"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156"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157"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158"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159"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160"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161"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162"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grpSp>
      <p:sp>
        <p:nvSpPr>
          <p:cNvPr id="163"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BD435160-8E19-4E7F-8C8D-080E940298FE}" type="datetime1">
              <a:rPr b="0" lang="en-US" sz="1100" spc="-1" strike="noStrike">
                <a:solidFill>
                  <a:schemeClr val="accent2"/>
                </a:solidFill>
                <a:latin typeface="Trebuchet MS"/>
              </a:rPr>
              <a:t>09/07/2026</a:t>
            </a:fld>
            <a:endParaRPr b="0" lang="en-US" sz="1100" spc="-1" strike="noStrike">
              <a:solidFill>
                <a:srgbClr val="000000"/>
              </a:solidFill>
              <a:latin typeface="Arial"/>
            </a:endParaRPr>
          </a:p>
        </p:txBody>
      </p:sp>
      <p:sp>
        <p:nvSpPr>
          <p:cNvPr id="164"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US" sz="1100" spc="-1" strike="noStrike">
              <a:solidFill>
                <a:srgbClr val="000000"/>
              </a:solidFill>
              <a:latin typeface="Arial"/>
            </a:endParaRPr>
          </a:p>
        </p:txBody>
      </p:sp>
      <p:sp>
        <p:nvSpPr>
          <p:cNvPr id="165"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EB336C15-81F4-4F0A-834D-B0B2404887B5}" type="slidenum">
              <a:rPr b="0" lang="en-US" sz="1100" spc="-1" strike="noStrike">
                <a:solidFill>
                  <a:schemeClr val="accent4"/>
                </a:solidFill>
                <a:latin typeface="Trebuchet MS"/>
              </a:rPr>
              <a:t>&lt;number&gt;</a:t>
            </a:fld>
            <a:endParaRPr b="0" lang="en-US" sz="1100" spc="-1" strike="noStrike">
              <a:solidFill>
                <a:srgbClr val="000000"/>
              </a:solidFill>
              <a:latin typeface="Arial"/>
            </a:endParaRPr>
          </a:p>
        </p:txBody>
      </p:sp>
      <p:sp>
        <p:nvSpPr>
          <p:cNvPr id="166" name="PlaceHolder 1"/>
          <p:cNvSpPr>
            <a:spLocks noGrp="1"/>
          </p:cNvSpPr>
          <p:nvPr>
            <p:ph type="title"/>
          </p:nvPr>
        </p:nvSpPr>
        <p:spPr>
          <a:xfrm>
            <a:off x="7967520" y="609480"/>
            <a:ext cx="1304280" cy="5250960"/>
          </a:xfrm>
          <a:prstGeom prst="rect">
            <a:avLst/>
          </a:prstGeom>
          <a:noFill/>
          <a:ln w="0">
            <a:noFill/>
          </a:ln>
        </p:spPr>
        <p:txBody>
          <a:bodyPr lIns="91440" rIns="91440" tIns="45720" bIns="45720" anchor="ctr" vert="eaVert">
            <a:noAutofit/>
          </a:bodyPr>
          <a:p>
            <a:pPr indent="0" defTabSz="457200">
              <a:lnSpc>
                <a:spcPct val="100000"/>
              </a:lnSpc>
              <a:buNone/>
            </a:pPr>
            <a:r>
              <a:rPr b="0" lang="en-US" sz="3600" spc="-1" strike="noStrike">
                <a:solidFill>
                  <a:schemeClr val="accent1"/>
                </a:solidFill>
                <a:latin typeface="Trebuchet MS"/>
              </a:rPr>
              <a:t>Click to edit Master title style</a:t>
            </a:r>
            <a:endParaRPr b="0" lang="en-US" sz="3600" spc="-1" strike="noStrike">
              <a:solidFill>
                <a:schemeClr val="dk1"/>
              </a:solidFill>
              <a:latin typeface="Trebuchet MS"/>
            </a:endParaRPr>
          </a:p>
        </p:txBody>
      </p:sp>
      <p:sp>
        <p:nvSpPr>
          <p:cNvPr id="167" name="PlaceHolder 2"/>
          <p:cNvSpPr>
            <a:spLocks noGrp="1"/>
          </p:cNvSpPr>
          <p:nvPr>
            <p:ph type="body"/>
          </p:nvPr>
        </p:nvSpPr>
        <p:spPr>
          <a:xfrm>
            <a:off x="677160" y="609480"/>
            <a:ext cx="7059960" cy="5250960"/>
          </a:xfrm>
          <a:prstGeom prst="rect">
            <a:avLst/>
          </a:prstGeom>
          <a:noFill/>
          <a:ln w="0">
            <a:noFill/>
          </a:ln>
        </p:spPr>
        <p:txBody>
          <a:bodyPr lIns="91440" rIns="91440" tIns="45720" bIns="45720" anchor="t" vert="eaVert">
            <a:noAutofit/>
          </a:bodyPr>
          <a:p>
            <a:pPr marL="343080" indent="-343080" defTabSz="457200">
              <a:lnSpc>
                <a:spcPct val="100000"/>
              </a:lnSpc>
              <a:spcBef>
                <a:spcPts val="1001"/>
              </a:spcBef>
              <a:buClr>
                <a:srgbClr val="5fcbef"/>
              </a:buClr>
              <a:buSzPct val="80000"/>
              <a:buFont typeface="Wingdings 3" charset="2"/>
              <a:buChar char=""/>
            </a:pPr>
            <a:r>
              <a:rPr b="0" lang="en-US" sz="1800" spc="-1" strike="noStrike">
                <a:solidFill>
                  <a:schemeClr val="dk1">
                    <a:lumMod val="75000"/>
                    <a:lumOff val="25000"/>
                  </a:schemeClr>
                </a:solidFill>
                <a:latin typeface="Trebuchet MS"/>
              </a:rPr>
              <a:t>Click to edit Master text styles</a:t>
            </a:r>
            <a:endParaRPr b="0" lang="en-US" sz="1800" spc="-1" strike="noStrike">
              <a:solidFill>
                <a:schemeClr val="dk1">
                  <a:lumMod val="75000"/>
                  <a:lumOff val="25000"/>
                </a:schemeClr>
              </a:solidFill>
              <a:latin typeface="Trebuchet MS"/>
            </a:endParaRPr>
          </a:p>
          <a:p>
            <a:pPr lvl="1" marL="743040" indent="-285840" defTabSz="457200">
              <a:lnSpc>
                <a:spcPct val="100000"/>
              </a:lnSpc>
              <a:spcBef>
                <a:spcPts val="1001"/>
              </a:spcBef>
              <a:buClr>
                <a:srgbClr val="5fcbef"/>
              </a:buClr>
              <a:buSzPct val="80000"/>
              <a:buFont typeface="Wingdings 3" charset="2"/>
              <a:buChar char=""/>
            </a:pPr>
            <a:r>
              <a:rPr b="0" lang="en-US" sz="1600" spc="-1" strike="noStrike">
                <a:solidFill>
                  <a:schemeClr val="dk1">
                    <a:lumMod val="75000"/>
                    <a:lumOff val="25000"/>
                  </a:schemeClr>
                </a:solidFill>
                <a:latin typeface="Trebuchet MS"/>
              </a:rPr>
              <a:t>Second level</a:t>
            </a:r>
            <a:endParaRPr b="0" lang="en-US" sz="1600" spc="-1" strike="noStrike">
              <a:solidFill>
                <a:schemeClr val="dk1">
                  <a:lumMod val="75000"/>
                  <a:lumOff val="25000"/>
                </a:schemeClr>
              </a:solidFill>
              <a:latin typeface="Trebuchet MS"/>
            </a:endParaRPr>
          </a:p>
          <a:p>
            <a:pPr lvl="2" marL="1143000" indent="-228600" defTabSz="457200">
              <a:lnSpc>
                <a:spcPct val="100000"/>
              </a:lnSpc>
              <a:spcBef>
                <a:spcPts val="1001"/>
              </a:spcBef>
              <a:buClr>
                <a:srgbClr val="5fcbef"/>
              </a:buClr>
              <a:buSzPct val="80000"/>
              <a:buFont typeface="Wingdings 3" charset="2"/>
              <a:buChar char=""/>
            </a:pPr>
            <a:r>
              <a:rPr b="0" lang="en-US" sz="1400" spc="-1" strike="noStrike">
                <a:solidFill>
                  <a:schemeClr val="dk1">
                    <a:lumMod val="75000"/>
                    <a:lumOff val="25000"/>
                  </a:schemeClr>
                </a:solidFill>
                <a:latin typeface="Trebuchet MS"/>
              </a:rPr>
              <a:t>Third level</a:t>
            </a:r>
            <a:endParaRPr b="0" lang="en-US" sz="1400" spc="-1" strike="noStrike">
              <a:solidFill>
                <a:schemeClr val="dk1">
                  <a:lumMod val="75000"/>
                  <a:lumOff val="25000"/>
                </a:schemeClr>
              </a:solidFill>
              <a:latin typeface="Trebuchet MS"/>
            </a:endParaRPr>
          </a:p>
          <a:p>
            <a:pPr lvl="3" marL="1600200" indent="-228600" defTabSz="457200">
              <a:lnSpc>
                <a:spcPct val="100000"/>
              </a:lnSpc>
              <a:spcBef>
                <a:spcPts val="1001"/>
              </a:spcBef>
              <a:buClr>
                <a:srgbClr val="5fcbef"/>
              </a:buClr>
              <a:buSzPct val="80000"/>
              <a:buFont typeface="Wingdings 3" charset="2"/>
              <a:buChar char=""/>
            </a:pPr>
            <a:r>
              <a:rPr b="0" lang="en-US" sz="1200" spc="-1" strike="noStrike">
                <a:solidFill>
                  <a:schemeClr val="dk1">
                    <a:lumMod val="75000"/>
                    <a:lumOff val="25000"/>
                  </a:schemeClr>
                </a:solidFill>
                <a:latin typeface="Trebuchet MS"/>
              </a:rPr>
              <a:t>Fourth level</a:t>
            </a:r>
            <a:endParaRPr b="0" lang="en-US" sz="1200" spc="-1" strike="noStrike">
              <a:solidFill>
                <a:schemeClr val="dk1">
                  <a:lumMod val="75000"/>
                  <a:lumOff val="25000"/>
                </a:schemeClr>
              </a:solidFill>
              <a:latin typeface="Trebuchet MS"/>
            </a:endParaRPr>
          </a:p>
          <a:p>
            <a:pPr lvl="4" marL="2057400" indent="-228600" defTabSz="457200">
              <a:lnSpc>
                <a:spcPct val="100000"/>
              </a:lnSpc>
              <a:spcBef>
                <a:spcPts val="1001"/>
              </a:spcBef>
              <a:buClr>
                <a:srgbClr val="5fcbef"/>
              </a:buClr>
              <a:buSzPct val="80000"/>
              <a:buFont typeface="Wingdings 3" charset="2"/>
              <a:buChar char=""/>
            </a:pPr>
            <a:r>
              <a:rPr b="0" lang="en-US" sz="1200" spc="-1" strike="noStrike">
                <a:solidFill>
                  <a:schemeClr val="dk1">
                    <a:lumMod val="75000"/>
                    <a:lumOff val="25000"/>
                  </a:schemeClr>
                </a:solidFill>
                <a:latin typeface="Trebuchet MS"/>
              </a:rPr>
              <a:t>Fifth level</a:t>
            </a:r>
            <a:endParaRPr b="0" lang="en-US" sz="1200" spc="-1" strike="noStrike">
              <a:solidFill>
                <a:schemeClr val="dk1">
                  <a:lumMod val="75000"/>
                  <a:lumOff val="25000"/>
                </a:schemeClr>
              </a:solidFill>
              <a:latin typeface="Trebuchet MS"/>
            </a:endParaRPr>
          </a:p>
        </p:txBody>
      </p:sp>
      <p:sp>
        <p:nvSpPr>
          <p:cNvPr id="168" name="PlaceHolder 3"/>
          <p:cNvSpPr>
            <a:spLocks noGrp="1"/>
          </p:cNvSpPr>
          <p:nvPr>
            <p:ph type="dt" idx="22"/>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Trebuchet MS"/>
              </a:defRPr>
            </a:lvl1pPr>
          </a:lstStyle>
          <a:p>
            <a:pPr indent="0" algn="r" defTabSz="457200">
              <a:lnSpc>
                <a:spcPct val="100000"/>
              </a:lnSpc>
              <a:buNone/>
            </a:pPr>
            <a:r>
              <a:rPr b="0" lang="en-US" sz="900" spc="-1" strike="noStrike">
                <a:solidFill>
                  <a:schemeClr val="dk1">
                    <a:tint val="75000"/>
                  </a:schemeClr>
                </a:solidFill>
                <a:latin typeface="Trebuchet MS"/>
              </a:rPr>
              <a:t>&lt;date/time&gt;</a:t>
            </a:r>
            <a:endParaRPr b="0" lang="en-US" sz="900" spc="-1" strike="noStrike">
              <a:solidFill>
                <a:srgbClr val="000000"/>
              </a:solidFill>
              <a:latin typeface="Times New Roman"/>
            </a:endParaRPr>
          </a:p>
        </p:txBody>
      </p:sp>
      <p:sp>
        <p:nvSpPr>
          <p:cNvPr id="169" name="PlaceHolder 4"/>
          <p:cNvSpPr>
            <a:spLocks noGrp="1"/>
          </p:cNvSpPr>
          <p:nvPr>
            <p:ph type="ftr" idx="23"/>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70" name="PlaceHolder 5"/>
          <p:cNvSpPr>
            <a:spLocks noGrp="1"/>
          </p:cNvSpPr>
          <p:nvPr>
            <p:ph type="sldNum" idx="24"/>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accent1"/>
                </a:solidFill>
                <a:latin typeface="Trebuchet MS"/>
              </a:defRPr>
            </a:lvl1pPr>
          </a:lstStyle>
          <a:p>
            <a:pPr indent="0" algn="r" defTabSz="457200">
              <a:lnSpc>
                <a:spcPct val="100000"/>
              </a:lnSpc>
              <a:buNone/>
            </a:pPr>
            <a:fld id="{4BC8C793-1A2A-4C1C-999E-2B7E5C5739A1}" type="slidenum">
              <a:rPr b="0" lang="en-US" sz="900" spc="-1" strike="noStrike">
                <a:solidFill>
                  <a:schemeClr val="accent1"/>
                </a:solidFill>
                <a:latin typeface="Trebuchet MS"/>
              </a:rPr>
              <a:t>&lt;number&gt;</a:t>
            </a:fld>
            <a:endParaRPr b="0" lang="en-U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171" name="Group 43"/>
          <p:cNvGrpSpPr/>
          <p:nvPr/>
        </p:nvGrpSpPr>
        <p:grpSpPr>
          <a:xfrm>
            <a:off x="0" y="-8640"/>
            <a:ext cx="12191760" cy="6866640"/>
            <a:chOff x="0" y="-8640"/>
            <a:chExt cx="12191760" cy="6866640"/>
          </a:xfrm>
        </p:grpSpPr>
        <p:cxnSp>
          <p:nvCxnSpPr>
            <p:cNvPr id="172" name="Straight Connector 19"/>
            <p:cNvCxnSpPr/>
            <p:nvPr/>
          </p:nvCxnSpPr>
          <p:spPr>
            <a:xfrm>
              <a:off x="9370800" y="0"/>
              <a:ext cx="1219680" cy="6858360"/>
            </a:xfrm>
            <a:prstGeom prst="straightConnector1">
              <a:avLst/>
            </a:prstGeom>
            <a:ln cap="rnd" w="9525">
              <a:solidFill>
                <a:srgbClr val="5fcbef">
                  <a:alpha val="70000"/>
                </a:srgbClr>
              </a:solidFill>
              <a:round/>
            </a:ln>
          </p:spPr>
        </p:cxnSp>
        <p:cxnSp>
          <p:nvCxnSpPr>
            <p:cNvPr id="173" name="Straight Connector 20"/>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174"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175"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176"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177"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178"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179"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180"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181"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grpSp>
      <p:sp>
        <p:nvSpPr>
          <p:cNvPr id="182"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1E120074-76C3-4737-86FE-F423A783F736}" type="datetime1">
              <a:rPr b="0" lang="en-US" sz="1100" spc="-1" strike="noStrike">
                <a:solidFill>
                  <a:schemeClr val="accent2"/>
                </a:solidFill>
                <a:latin typeface="Trebuchet MS"/>
              </a:rPr>
              <a:t>09/07/2026</a:t>
            </a:fld>
            <a:endParaRPr b="0" lang="en-US" sz="1100" spc="-1" strike="noStrike">
              <a:solidFill>
                <a:srgbClr val="000000"/>
              </a:solidFill>
              <a:latin typeface="Arial"/>
            </a:endParaRPr>
          </a:p>
        </p:txBody>
      </p:sp>
      <p:sp>
        <p:nvSpPr>
          <p:cNvPr id="183"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US" sz="1100" spc="-1" strike="noStrike">
              <a:solidFill>
                <a:srgbClr val="000000"/>
              </a:solidFill>
              <a:latin typeface="Arial"/>
            </a:endParaRPr>
          </a:p>
        </p:txBody>
      </p:sp>
      <p:sp>
        <p:nvSpPr>
          <p:cNvPr id="184"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FDEBD97E-D7F5-49DC-9759-A408E4989787}" type="slidenum">
              <a:rPr b="0" lang="en-US" sz="1100" spc="-1" strike="noStrike">
                <a:solidFill>
                  <a:schemeClr val="accent4"/>
                </a:solidFill>
                <a:latin typeface="Trebuchet MS"/>
              </a:rPr>
              <a:t>&lt;number&gt;</a:t>
            </a:fld>
            <a:endParaRPr b="0" lang="en-US" sz="1100" spc="-1" strike="noStrike">
              <a:solidFill>
                <a:srgbClr val="000000"/>
              </a:solidFill>
              <a:latin typeface="Arial"/>
            </a:endParaRPr>
          </a:p>
        </p:txBody>
      </p:sp>
      <p:sp>
        <p:nvSpPr>
          <p:cNvPr id="185" name="PlaceHolder 1"/>
          <p:cNvSpPr>
            <a:spLocks noGrp="1"/>
          </p:cNvSpPr>
          <p:nvPr>
            <p:ph type="body"/>
          </p:nvPr>
        </p:nvSpPr>
        <p:spPr>
          <a:xfrm>
            <a:off x="6312960" y="4142160"/>
            <a:ext cx="4220640" cy="86112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b="1" lang="en-US" sz="2000" spc="-1" strike="noStrike">
                <a:solidFill>
                  <a:schemeClr val="accent4"/>
                </a:solidFill>
                <a:latin typeface="Trebuchet MS"/>
              </a:rPr>
              <a:t>Click to edit Master text styles</a:t>
            </a:r>
            <a:endParaRPr b="0" lang="en-US" sz="2000" spc="-1" strike="noStrike">
              <a:solidFill>
                <a:schemeClr val="dk1">
                  <a:lumMod val="75000"/>
                  <a:lumOff val="25000"/>
                </a:schemeClr>
              </a:solidFill>
              <a:latin typeface="Trebuchet MS"/>
            </a:endParaRPr>
          </a:p>
          <a:p>
            <a:pPr marL="743040" indent="-285840" defTabSz="457200">
              <a:lnSpc>
                <a:spcPct val="100000"/>
              </a:lnSpc>
              <a:spcBef>
                <a:spcPts val="1001"/>
              </a:spcBef>
              <a:buNone/>
              <a:tabLst>
                <a:tab algn="l" pos="0"/>
              </a:tabLst>
            </a:pPr>
            <a:r>
              <a:rPr b="0" lang="en-US" sz="2000" spc="-1" strike="noStrike">
                <a:solidFill>
                  <a:schemeClr val="dk1">
                    <a:lumMod val="75000"/>
                    <a:lumOff val="25000"/>
                  </a:schemeClr>
                </a:solidFill>
                <a:latin typeface="Trebuchet MS"/>
              </a:rPr>
              <a:t>Second level</a:t>
            </a:r>
            <a:endParaRPr b="0" lang="en-US" sz="2000" spc="-1" strike="noStrike">
              <a:solidFill>
                <a:schemeClr val="dk1">
                  <a:lumMod val="75000"/>
                  <a:lumOff val="25000"/>
                </a:schemeClr>
              </a:solidFill>
              <a:latin typeface="Trebuchet MS"/>
            </a:endParaRPr>
          </a:p>
        </p:txBody>
      </p:sp>
      <p:sp>
        <p:nvSpPr>
          <p:cNvPr id="186" name="Hexagon 14"/>
          <p:cNvSpPr/>
          <p:nvPr/>
        </p:nvSpPr>
        <p:spPr>
          <a:xfrm>
            <a:off x="740160" y="1382760"/>
            <a:ext cx="1229040" cy="1059480"/>
          </a:xfrm>
          <a:prstGeom prst="hexagon">
            <a:avLst>
              <a:gd name="adj" fmla="val 25000"/>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Trebuchet MS"/>
            </a:endParaRPr>
          </a:p>
        </p:txBody>
      </p:sp>
      <p:sp>
        <p:nvSpPr>
          <p:cNvPr id="187" name="Hexagon 15"/>
          <p:cNvSpPr/>
          <p:nvPr/>
        </p:nvSpPr>
        <p:spPr>
          <a:xfrm>
            <a:off x="3755160" y="1194480"/>
            <a:ext cx="1665720" cy="1436040"/>
          </a:xfrm>
          <a:prstGeom prst="hexagon">
            <a:avLst>
              <a:gd name="adj" fmla="val 25000"/>
              <a:gd name="vf" fmla="val 115470"/>
            </a:avLst>
          </a:prstGeom>
          <a:solidFill>
            <a:schemeClr val="accent3"/>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Trebuchet MS"/>
            </a:endParaRPr>
          </a:p>
        </p:txBody>
      </p:sp>
      <p:sp>
        <p:nvSpPr>
          <p:cNvPr id="188" name="Hexagon 16"/>
          <p:cNvSpPr/>
          <p:nvPr/>
        </p:nvSpPr>
        <p:spPr>
          <a:xfrm>
            <a:off x="3804840" y="5233320"/>
            <a:ext cx="717840" cy="618840"/>
          </a:xfrm>
          <a:prstGeom prst="hexagon">
            <a:avLst>
              <a:gd name="adj" fmla="val 25000"/>
              <a:gd name="vf" fmla="val 115470"/>
            </a:avLst>
          </a:prstGeom>
          <a:solidFill>
            <a:schemeClr val="accent5"/>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Trebuchet MS"/>
            </a:endParaRPr>
          </a:p>
        </p:txBody>
      </p:sp>
      <p:sp>
        <p:nvSpPr>
          <p:cNvPr id="189" name="Hexagon 17"/>
          <p:cNvSpPr/>
          <p:nvPr/>
        </p:nvSpPr>
        <p:spPr>
          <a:xfrm>
            <a:off x="1837800" y="1101240"/>
            <a:ext cx="651240" cy="561240"/>
          </a:xfrm>
          <a:prstGeom prst="hexagon">
            <a:avLst>
              <a:gd name="adj" fmla="val 25000"/>
              <a:gd name="vf" fmla="val 115470"/>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Trebuchet MS"/>
            </a:endParaRPr>
          </a:p>
        </p:txBody>
      </p:sp>
      <p:sp>
        <p:nvSpPr>
          <p:cNvPr id="190" name="PlaceHolder 2"/>
          <p:cNvSpPr>
            <a:spLocks noGrp="1"/>
          </p:cNvSpPr>
          <p:nvPr>
            <p:ph type="body"/>
          </p:nvPr>
        </p:nvSpPr>
        <p:spPr>
          <a:xfrm>
            <a:off x="1571400" y="1914120"/>
            <a:ext cx="3993120" cy="3617640"/>
          </a:xfrm>
          <a:prstGeom prst="rect">
            <a:avLst/>
          </a:prstGeom>
          <a:noFill/>
          <a:ln w="0">
            <a:noFill/>
          </a:ln>
        </p:spPr>
        <p:txBody>
          <a:bodyPr lIns="90000" rIns="90000" tIns="45000" bIns="45000" anchor="ctr">
            <a:noAutofit/>
          </a:bodyPr>
          <a:p>
            <a:pPr indent="0" algn="ctr" defTabSz="457200">
              <a:lnSpc>
                <a:spcPct val="100000"/>
              </a:lnSpc>
              <a:buNone/>
            </a:pPr>
            <a:r>
              <a:rPr b="0" lang="en-US" sz="1800" spc="-1" strike="noStrike">
                <a:solidFill>
                  <a:schemeClr val="dk1"/>
                </a:solidFill>
                <a:latin typeface="Trebuchet MS"/>
              </a:rPr>
              <a:t>Click icon to add picture</a:t>
            </a:r>
            <a:endParaRPr b="0" lang="en-US" sz="1800" spc="-1" strike="noStrike">
              <a:solidFill>
                <a:schemeClr val="dk1">
                  <a:lumMod val="75000"/>
                  <a:lumOff val="25000"/>
                </a:schemeClr>
              </a:solidFill>
              <a:latin typeface="Trebuchet MS"/>
            </a:endParaRPr>
          </a:p>
        </p:txBody>
      </p:sp>
      <p:sp>
        <p:nvSpPr>
          <p:cNvPr id="191" name="PlaceHolder 3"/>
          <p:cNvSpPr>
            <a:spLocks noGrp="1"/>
          </p:cNvSpPr>
          <p:nvPr>
            <p:ph type="title"/>
          </p:nvPr>
        </p:nvSpPr>
        <p:spPr>
          <a:xfrm>
            <a:off x="6312960" y="2050560"/>
            <a:ext cx="4998240" cy="1748520"/>
          </a:xfrm>
          <a:prstGeom prst="rect">
            <a:avLst/>
          </a:prstGeom>
          <a:noFill/>
          <a:ln w="0">
            <a:noFill/>
          </a:ln>
        </p:spPr>
        <p:txBody>
          <a:bodyPr lIns="91440" rIns="91440" tIns="45720" bIns="45720" anchor="t">
            <a:noAutofit/>
          </a:bodyPr>
          <a:p>
            <a:pPr indent="0" defTabSz="457200">
              <a:lnSpc>
                <a:spcPct val="100000"/>
              </a:lnSpc>
              <a:buNone/>
            </a:pPr>
            <a:r>
              <a:rPr b="0" lang="en-US" sz="2800" spc="-1" strike="noStrike">
                <a:solidFill>
                  <a:schemeClr val="dk1"/>
                </a:solidFill>
                <a:latin typeface="Trebuchet MS"/>
              </a:rPr>
              <a:t>Click to edit Master title style</a:t>
            </a:r>
            <a:endParaRPr b="0" lang="en-US" sz="2800" spc="-1" strike="noStrike">
              <a:solidFill>
                <a:schemeClr val="dk1"/>
              </a:solidFill>
              <a:latin typeface="Trebuchet MS"/>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192" name="Group 43"/>
          <p:cNvGrpSpPr/>
          <p:nvPr/>
        </p:nvGrpSpPr>
        <p:grpSpPr>
          <a:xfrm>
            <a:off x="0" y="-8640"/>
            <a:ext cx="12191760" cy="6866640"/>
            <a:chOff x="0" y="-8640"/>
            <a:chExt cx="12191760" cy="6866640"/>
          </a:xfrm>
        </p:grpSpPr>
        <p:cxnSp>
          <p:nvCxnSpPr>
            <p:cNvPr id="193" name="Straight Connector 19"/>
            <p:cNvCxnSpPr/>
            <p:nvPr/>
          </p:nvCxnSpPr>
          <p:spPr>
            <a:xfrm>
              <a:off x="9370800" y="0"/>
              <a:ext cx="1219680" cy="6858360"/>
            </a:xfrm>
            <a:prstGeom prst="straightConnector1">
              <a:avLst/>
            </a:prstGeom>
            <a:ln cap="rnd" w="9525">
              <a:solidFill>
                <a:srgbClr val="5fcbef">
                  <a:alpha val="70000"/>
                </a:srgbClr>
              </a:solidFill>
              <a:round/>
            </a:ln>
          </p:spPr>
        </p:cxnSp>
        <p:cxnSp>
          <p:nvCxnSpPr>
            <p:cNvPr id="194" name="Straight Connector 20"/>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195"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196"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197"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198"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199"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200"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201"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202"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grpSp>
      <p:sp>
        <p:nvSpPr>
          <p:cNvPr id="203"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2777D2E6-BD1A-44C1-BAAB-2C2EBCB57797}" type="datetime1">
              <a:rPr b="0" lang="en-US" sz="1100" spc="-1" strike="noStrike">
                <a:solidFill>
                  <a:schemeClr val="accent2"/>
                </a:solidFill>
                <a:latin typeface="Trebuchet MS"/>
              </a:rPr>
              <a:t>09/07/2026</a:t>
            </a:fld>
            <a:endParaRPr b="0" lang="en-US" sz="1100" spc="-1" strike="noStrike">
              <a:solidFill>
                <a:srgbClr val="000000"/>
              </a:solidFill>
              <a:latin typeface="Arial"/>
            </a:endParaRPr>
          </a:p>
        </p:txBody>
      </p:sp>
      <p:sp>
        <p:nvSpPr>
          <p:cNvPr id="204"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US" sz="1100" spc="-1" strike="noStrike">
              <a:solidFill>
                <a:srgbClr val="000000"/>
              </a:solidFill>
              <a:latin typeface="Arial"/>
            </a:endParaRPr>
          </a:p>
        </p:txBody>
      </p:sp>
      <p:sp>
        <p:nvSpPr>
          <p:cNvPr id="205"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C3CF5A89-3C4F-48DA-9CEA-84DC47669F4D}" type="slidenum">
              <a:rPr b="0" lang="en-US" sz="1100" spc="-1" strike="noStrike">
                <a:solidFill>
                  <a:schemeClr val="accent4"/>
                </a:solidFill>
                <a:latin typeface="Trebuchet MS"/>
              </a:rPr>
              <a:t>&lt;number&gt;</a:t>
            </a:fld>
            <a:endParaRPr b="0" lang="en-US" sz="1100" spc="-1" strike="noStrike">
              <a:solidFill>
                <a:srgbClr val="000000"/>
              </a:solidFill>
              <a:latin typeface="Arial"/>
            </a:endParaRPr>
          </a:p>
        </p:txBody>
      </p:sp>
      <p:sp>
        <p:nvSpPr>
          <p:cNvPr id="206" name="Oval 9"/>
          <p:cNvSpPr/>
          <p:nvPr/>
        </p:nvSpPr>
        <p:spPr>
          <a:xfrm>
            <a:off x="7362720" y="443160"/>
            <a:ext cx="361440" cy="36144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accent5"/>
              </a:solidFill>
              <a:latin typeface="Trebuchet MS"/>
            </a:endParaRPr>
          </a:p>
        </p:txBody>
      </p:sp>
      <p:sp>
        <p:nvSpPr>
          <p:cNvPr id="207" name="Oval 13"/>
          <p:cNvSpPr/>
          <p:nvPr/>
        </p:nvSpPr>
        <p:spPr>
          <a:xfrm>
            <a:off x="11007360" y="5605920"/>
            <a:ext cx="653760" cy="6537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accent5"/>
              </a:solidFill>
              <a:latin typeface="Trebuchet MS"/>
            </a:endParaRPr>
          </a:p>
        </p:txBody>
      </p:sp>
      <p:sp>
        <p:nvSpPr>
          <p:cNvPr id="208" name="Oval 15"/>
          <p:cNvSpPr/>
          <p:nvPr/>
        </p:nvSpPr>
        <p:spPr>
          <a:xfrm>
            <a:off x="10683720" y="6132600"/>
            <a:ext cx="250920" cy="25092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accent5"/>
              </a:solidFill>
              <a:latin typeface="Trebuchet MS"/>
            </a:endParaRPr>
          </a:p>
        </p:txBody>
      </p:sp>
      <p:sp>
        <p:nvSpPr>
          <p:cNvPr id="209" name="PlaceHolder 1"/>
          <p:cNvSpPr>
            <a:spLocks noGrp="1"/>
          </p:cNvSpPr>
          <p:nvPr>
            <p:ph type="body"/>
          </p:nvPr>
        </p:nvSpPr>
        <p:spPr>
          <a:xfrm>
            <a:off x="5733360" y="624240"/>
            <a:ext cx="5855400" cy="5631120"/>
          </a:xfrm>
          <a:prstGeom prst="rect">
            <a:avLst/>
          </a:prstGeom>
          <a:noFill/>
          <a:ln w="0">
            <a:noFill/>
          </a:ln>
        </p:spPr>
        <p:txBody>
          <a:bodyPr lIns="90000" rIns="90000" tIns="45000" bIns="45000" anchor="ctr">
            <a:noAutofit/>
          </a:bodyPr>
          <a:p>
            <a:pPr indent="0" algn="ctr" defTabSz="457200">
              <a:lnSpc>
                <a:spcPct val="100000"/>
              </a:lnSpc>
              <a:buNone/>
            </a:pPr>
            <a:r>
              <a:rPr b="0" lang="en-US" sz="1800" spc="-1" strike="noStrike">
                <a:solidFill>
                  <a:schemeClr val="dk1"/>
                </a:solidFill>
                <a:latin typeface="Trebuchet MS"/>
              </a:rPr>
              <a:t>Click icon to add picture</a:t>
            </a:r>
            <a:endParaRPr b="0" lang="en-US" sz="1800" spc="-1" strike="noStrike">
              <a:solidFill>
                <a:schemeClr val="dk1">
                  <a:lumMod val="75000"/>
                  <a:lumOff val="25000"/>
                </a:schemeClr>
              </a:solidFill>
              <a:latin typeface="Trebuchet MS"/>
            </a:endParaRPr>
          </a:p>
        </p:txBody>
      </p:sp>
      <p:sp>
        <p:nvSpPr>
          <p:cNvPr id="210" name="PlaceHolder 2"/>
          <p:cNvSpPr>
            <a:spLocks noGrp="1"/>
          </p:cNvSpPr>
          <p:nvPr>
            <p:ph type="body"/>
          </p:nvPr>
        </p:nvSpPr>
        <p:spPr>
          <a:xfrm>
            <a:off x="660240" y="2044800"/>
            <a:ext cx="4274640" cy="3560400"/>
          </a:xfrm>
          <a:prstGeom prst="rect">
            <a:avLst/>
          </a:prstGeom>
          <a:noFill/>
          <a:ln w="0">
            <a:noFill/>
          </a:ln>
        </p:spPr>
        <p:txBody>
          <a:bodyPr lIns="91440" rIns="91440" tIns="45720" bIns="45720" anchor="t">
            <a:noAutofit/>
          </a:bodyPr>
          <a:p>
            <a:pPr marL="343080" indent="-343080" defTabSz="457200">
              <a:lnSpc>
                <a:spcPct val="150000"/>
              </a:lnSpc>
              <a:spcBef>
                <a:spcPts val="1001"/>
              </a:spcBef>
              <a:buClr>
                <a:srgbClr val="2e946b"/>
              </a:buClr>
              <a:buSzPct val="80000"/>
              <a:buFont typeface="Wingdings" charset="2"/>
              <a:buChar char=""/>
            </a:pPr>
            <a:r>
              <a:rPr b="0" lang="en-US" sz="2000" spc="-1" strike="noStrike">
                <a:solidFill>
                  <a:schemeClr val="dk1">
                    <a:lumMod val="75000"/>
                    <a:lumOff val="25000"/>
                  </a:schemeClr>
                </a:solidFill>
                <a:latin typeface="Trebuchet MS"/>
              </a:rPr>
              <a:t>Click to edit Master text styles</a:t>
            </a:r>
            <a:endParaRPr b="0" lang="en-US" sz="2000" spc="-1" strike="noStrike">
              <a:solidFill>
                <a:schemeClr val="dk1">
                  <a:lumMod val="75000"/>
                  <a:lumOff val="25000"/>
                </a:schemeClr>
              </a:solidFill>
              <a:latin typeface="Trebuchet MS"/>
            </a:endParaRPr>
          </a:p>
        </p:txBody>
      </p:sp>
      <p:sp>
        <p:nvSpPr>
          <p:cNvPr id="211" name="PlaceHolder 3"/>
          <p:cNvSpPr>
            <a:spLocks noGrp="1"/>
          </p:cNvSpPr>
          <p:nvPr>
            <p:ph type="title"/>
          </p:nvPr>
        </p:nvSpPr>
        <p:spPr>
          <a:xfrm>
            <a:off x="660240" y="805320"/>
            <a:ext cx="4274640" cy="830520"/>
          </a:xfrm>
          <a:prstGeom prst="rect">
            <a:avLst/>
          </a:prstGeom>
          <a:noFill/>
          <a:ln w="0">
            <a:noFill/>
          </a:ln>
        </p:spPr>
        <p:txBody>
          <a:bodyPr lIns="91440" rIns="91440" tIns="45720" bIns="45720" anchor="t">
            <a:noAutofit/>
          </a:bodyPr>
          <a:p>
            <a:pPr indent="0" defTabSz="457200">
              <a:lnSpc>
                <a:spcPct val="100000"/>
              </a:lnSpc>
              <a:buNone/>
            </a:pPr>
            <a:r>
              <a:rPr b="1" lang="en-US" sz="4800" spc="-1" strike="noStrike">
                <a:solidFill>
                  <a:schemeClr val="dk1"/>
                </a:solidFill>
                <a:latin typeface="Trebuchet MS"/>
              </a:rPr>
              <a:t>Click to edit Master title style</a:t>
            </a:r>
            <a:endParaRPr b="0" lang="en-US" sz="4800" spc="-1" strike="noStrike">
              <a:solidFill>
                <a:schemeClr val="dk1"/>
              </a:solidFill>
              <a:latin typeface="Trebuchet MS"/>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212" name="Group 43"/>
          <p:cNvGrpSpPr/>
          <p:nvPr/>
        </p:nvGrpSpPr>
        <p:grpSpPr>
          <a:xfrm>
            <a:off x="0" y="-8640"/>
            <a:ext cx="12191760" cy="6866640"/>
            <a:chOff x="0" y="-8640"/>
            <a:chExt cx="12191760" cy="6866640"/>
          </a:xfrm>
        </p:grpSpPr>
        <p:cxnSp>
          <p:nvCxnSpPr>
            <p:cNvPr id="213" name="Straight Connector 19"/>
            <p:cNvCxnSpPr/>
            <p:nvPr/>
          </p:nvCxnSpPr>
          <p:spPr>
            <a:xfrm>
              <a:off x="9370800" y="0"/>
              <a:ext cx="1219680" cy="6858360"/>
            </a:xfrm>
            <a:prstGeom prst="straightConnector1">
              <a:avLst/>
            </a:prstGeom>
            <a:ln cap="rnd" w="9525">
              <a:solidFill>
                <a:srgbClr val="5fcbef">
                  <a:alpha val="70000"/>
                </a:srgbClr>
              </a:solidFill>
              <a:round/>
            </a:ln>
          </p:spPr>
        </p:cxnSp>
        <p:cxnSp>
          <p:nvCxnSpPr>
            <p:cNvPr id="214" name="Straight Connector 20"/>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215"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216"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217"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218"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219"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220"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221"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222"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grpSp>
      <p:sp>
        <p:nvSpPr>
          <p:cNvPr id="223"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33AC99AF-6BC7-439B-92D4-3759A4C506F5}" type="datetime1">
              <a:rPr b="0" lang="en-US" sz="1100" spc="-1" strike="noStrike">
                <a:solidFill>
                  <a:schemeClr val="accent2"/>
                </a:solidFill>
                <a:latin typeface="Trebuchet MS"/>
              </a:rPr>
              <a:t>09/07/2026</a:t>
            </a:fld>
            <a:endParaRPr b="0" lang="en-US" sz="1100" spc="-1" strike="noStrike">
              <a:solidFill>
                <a:srgbClr val="000000"/>
              </a:solidFill>
              <a:latin typeface="Arial"/>
            </a:endParaRPr>
          </a:p>
        </p:txBody>
      </p:sp>
      <p:sp>
        <p:nvSpPr>
          <p:cNvPr id="224"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US" sz="1100" spc="-1" strike="noStrike">
              <a:solidFill>
                <a:srgbClr val="000000"/>
              </a:solidFill>
              <a:latin typeface="Arial"/>
            </a:endParaRPr>
          </a:p>
        </p:txBody>
      </p:sp>
      <p:sp>
        <p:nvSpPr>
          <p:cNvPr id="225"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5A854550-375B-46BC-A4F6-DE7EA759582C}" type="slidenum">
              <a:rPr b="0" lang="en-US" sz="1100" spc="-1" strike="noStrike">
                <a:solidFill>
                  <a:schemeClr val="accent4"/>
                </a:solidFill>
                <a:latin typeface="Trebuchet MS"/>
              </a:rPr>
              <a:t>&lt;number&gt;</a:t>
            </a:fld>
            <a:endParaRPr b="0" lang="en-US" sz="1100" spc="-1" strike="noStrike">
              <a:solidFill>
                <a:srgbClr val="000000"/>
              </a:solidFill>
              <a:latin typeface="Arial"/>
            </a:endParaRPr>
          </a:p>
        </p:txBody>
      </p:sp>
      <p:sp>
        <p:nvSpPr>
          <p:cNvPr id="226" name="PlaceHolder 1"/>
          <p:cNvSpPr>
            <a:spLocks noGrp="1"/>
          </p:cNvSpPr>
          <p:nvPr>
            <p:ph type="body"/>
          </p:nvPr>
        </p:nvSpPr>
        <p:spPr>
          <a:xfrm>
            <a:off x="660240" y="2044800"/>
            <a:ext cx="4274640" cy="356040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2e946b"/>
              </a:buClr>
              <a:buSzPct val="80000"/>
              <a:buFont typeface="Wingdings" charset="2"/>
              <a:buChar char=""/>
            </a:pPr>
            <a:r>
              <a:rPr b="0" lang="en-US" sz="2000" spc="-1" strike="noStrike">
                <a:solidFill>
                  <a:schemeClr val="dk1">
                    <a:lumMod val="75000"/>
                    <a:lumOff val="25000"/>
                  </a:schemeClr>
                </a:solidFill>
                <a:latin typeface="Trebuchet MS"/>
              </a:rPr>
              <a:t>Click to edit Master text styles</a:t>
            </a:r>
            <a:endParaRPr b="0" lang="en-US" sz="2000" spc="-1" strike="noStrike">
              <a:solidFill>
                <a:schemeClr val="dk1">
                  <a:lumMod val="75000"/>
                  <a:lumOff val="25000"/>
                </a:schemeClr>
              </a:solidFill>
              <a:latin typeface="Trebuchet MS"/>
            </a:endParaRPr>
          </a:p>
        </p:txBody>
      </p:sp>
      <p:sp>
        <p:nvSpPr>
          <p:cNvPr id="227" name="Rectangle 18"/>
          <p:cNvSpPr/>
          <p:nvPr/>
        </p:nvSpPr>
        <p:spPr>
          <a:xfrm>
            <a:off x="9354600" y="5364000"/>
            <a:ext cx="456840" cy="4568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Trebuchet MS"/>
            </a:endParaRPr>
          </a:p>
        </p:txBody>
      </p:sp>
      <p:sp>
        <p:nvSpPr>
          <p:cNvPr id="228" name="Rectangle 20"/>
          <p:cNvSpPr/>
          <p:nvPr/>
        </p:nvSpPr>
        <p:spPr>
          <a:xfrm>
            <a:off x="6692760" y="1699920"/>
            <a:ext cx="319320" cy="3193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Trebuchet MS"/>
            </a:endParaRPr>
          </a:p>
        </p:txBody>
      </p:sp>
      <p:sp>
        <p:nvSpPr>
          <p:cNvPr id="229" name="Rectangle 22"/>
          <p:cNvSpPr/>
          <p:nvPr/>
        </p:nvSpPr>
        <p:spPr>
          <a:xfrm>
            <a:off x="9354600" y="5897880"/>
            <a:ext cx="179640" cy="17964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Trebuchet MS"/>
            </a:endParaRPr>
          </a:p>
        </p:txBody>
      </p:sp>
      <p:sp>
        <p:nvSpPr>
          <p:cNvPr id="230" name="PlaceHolder 2"/>
          <p:cNvSpPr>
            <a:spLocks noGrp="1"/>
          </p:cNvSpPr>
          <p:nvPr>
            <p:ph type="body"/>
          </p:nvPr>
        </p:nvSpPr>
        <p:spPr>
          <a:xfrm>
            <a:off x="7090200" y="786240"/>
            <a:ext cx="4440960" cy="5392800"/>
          </a:xfrm>
          <a:prstGeom prst="rect">
            <a:avLst/>
          </a:prstGeom>
          <a:noFill/>
          <a:ln w="0">
            <a:noFill/>
          </a:ln>
        </p:spPr>
        <p:txBody>
          <a:bodyPr lIns="90000" rIns="90000" tIns="45000" bIns="45000" anchor="ctr">
            <a:noAutofit/>
          </a:bodyPr>
          <a:p>
            <a:pPr indent="0" algn="ctr" defTabSz="457200">
              <a:lnSpc>
                <a:spcPct val="100000"/>
              </a:lnSpc>
              <a:buNone/>
            </a:pPr>
            <a:r>
              <a:rPr b="0" lang="en-US" sz="1800" spc="-1" strike="noStrike">
                <a:solidFill>
                  <a:schemeClr val="dk1"/>
                </a:solidFill>
                <a:latin typeface="Trebuchet MS"/>
              </a:rPr>
              <a:t>Click icon to add picture</a:t>
            </a:r>
            <a:endParaRPr b="0" lang="en-US" sz="1800" spc="-1" strike="noStrike">
              <a:solidFill>
                <a:schemeClr val="dk1">
                  <a:lumMod val="75000"/>
                  <a:lumOff val="25000"/>
                </a:schemeClr>
              </a:solidFill>
              <a:latin typeface="Trebuchet MS"/>
            </a:endParaRPr>
          </a:p>
        </p:txBody>
      </p:sp>
      <p:sp>
        <p:nvSpPr>
          <p:cNvPr id="231" name="PlaceHolder 3"/>
          <p:cNvSpPr>
            <a:spLocks noGrp="1"/>
          </p:cNvSpPr>
          <p:nvPr>
            <p:ph type="title"/>
          </p:nvPr>
        </p:nvSpPr>
        <p:spPr>
          <a:xfrm>
            <a:off x="660240" y="805320"/>
            <a:ext cx="4274640" cy="830520"/>
          </a:xfrm>
          <a:prstGeom prst="rect">
            <a:avLst/>
          </a:prstGeom>
          <a:noFill/>
          <a:ln w="0">
            <a:noFill/>
          </a:ln>
        </p:spPr>
        <p:txBody>
          <a:bodyPr lIns="91440" rIns="91440" tIns="45720" bIns="45720" anchor="t">
            <a:noAutofit/>
          </a:bodyPr>
          <a:p>
            <a:pPr indent="0" defTabSz="457200">
              <a:lnSpc>
                <a:spcPct val="100000"/>
              </a:lnSpc>
              <a:buNone/>
            </a:pPr>
            <a:r>
              <a:rPr b="1" lang="en-US" sz="4800" spc="-1" strike="noStrike">
                <a:solidFill>
                  <a:schemeClr val="dk1"/>
                </a:solidFill>
                <a:latin typeface="Trebuchet MS"/>
              </a:rPr>
              <a:t>Click to edit Master title style</a:t>
            </a:r>
            <a:endParaRPr b="0" lang="en-US" sz="4800" spc="-1" strike="noStrike">
              <a:solidFill>
                <a:schemeClr val="dk1"/>
              </a:solidFill>
              <a:latin typeface="Trebuchet MS"/>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232" name="Group 43"/>
          <p:cNvGrpSpPr/>
          <p:nvPr/>
        </p:nvGrpSpPr>
        <p:grpSpPr>
          <a:xfrm>
            <a:off x="0" y="-8640"/>
            <a:ext cx="12191760" cy="6866640"/>
            <a:chOff x="0" y="-8640"/>
            <a:chExt cx="12191760" cy="6866640"/>
          </a:xfrm>
        </p:grpSpPr>
        <p:cxnSp>
          <p:nvCxnSpPr>
            <p:cNvPr id="233" name="Straight Connector 19"/>
            <p:cNvCxnSpPr/>
            <p:nvPr/>
          </p:nvCxnSpPr>
          <p:spPr>
            <a:xfrm>
              <a:off x="9370800" y="0"/>
              <a:ext cx="1219680" cy="6858360"/>
            </a:xfrm>
            <a:prstGeom prst="straightConnector1">
              <a:avLst/>
            </a:prstGeom>
            <a:ln cap="rnd" w="9525">
              <a:solidFill>
                <a:srgbClr val="5fcbef">
                  <a:alpha val="70000"/>
                </a:srgbClr>
              </a:solidFill>
              <a:round/>
            </a:ln>
          </p:spPr>
        </p:cxnSp>
        <p:cxnSp>
          <p:nvCxnSpPr>
            <p:cNvPr id="234" name="Straight Connector 20"/>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235"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236"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237"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238"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239"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240"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241"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242"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grpSp>
      <p:sp>
        <p:nvSpPr>
          <p:cNvPr id="243"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CBF93599-773D-45B0-88BC-15D44F67D26C}" type="datetime1">
              <a:rPr b="0" lang="en-US" sz="1100" spc="-1" strike="noStrike">
                <a:solidFill>
                  <a:schemeClr val="accent2"/>
                </a:solidFill>
                <a:latin typeface="Trebuchet MS"/>
              </a:rPr>
              <a:t>09/07/2026</a:t>
            </a:fld>
            <a:endParaRPr b="0" lang="en-US" sz="1100" spc="-1" strike="noStrike">
              <a:solidFill>
                <a:srgbClr val="000000"/>
              </a:solidFill>
              <a:latin typeface="Arial"/>
            </a:endParaRPr>
          </a:p>
        </p:txBody>
      </p:sp>
      <p:sp>
        <p:nvSpPr>
          <p:cNvPr id="244"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US" sz="1100" spc="-1" strike="noStrike">
              <a:solidFill>
                <a:srgbClr val="000000"/>
              </a:solidFill>
              <a:latin typeface="Arial"/>
            </a:endParaRPr>
          </a:p>
        </p:txBody>
      </p:sp>
      <p:sp>
        <p:nvSpPr>
          <p:cNvPr id="245"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8C2B95CB-4BE2-411A-85B5-C18617C9B78C}" type="slidenum">
              <a:rPr b="0" lang="en-US" sz="1100" spc="-1" strike="noStrike">
                <a:solidFill>
                  <a:schemeClr val="accent4"/>
                </a:solidFill>
                <a:latin typeface="Trebuchet MS"/>
              </a:rPr>
              <a:t>&lt;number&gt;</a:t>
            </a:fld>
            <a:endParaRPr b="0" lang="en-US" sz="1100" spc="-1" strike="noStrike">
              <a:solidFill>
                <a:srgbClr val="000000"/>
              </a:solidFill>
              <a:latin typeface="Arial"/>
            </a:endParaRPr>
          </a:p>
        </p:txBody>
      </p:sp>
      <p:sp>
        <p:nvSpPr>
          <p:cNvPr id="246" name="PlaceHolder 1"/>
          <p:cNvSpPr>
            <a:spLocks noGrp="1"/>
          </p:cNvSpPr>
          <p:nvPr>
            <p:ph type="title"/>
          </p:nvPr>
        </p:nvSpPr>
        <p:spPr>
          <a:xfrm>
            <a:off x="677160" y="609480"/>
            <a:ext cx="8596440" cy="132048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accent1"/>
                </a:solidFill>
                <a:latin typeface="Trebuchet MS"/>
              </a:rPr>
              <a:t>Click to edit Master title style</a:t>
            </a:r>
            <a:endParaRPr b="0" lang="en-US" sz="3600" spc="-1" strike="noStrike">
              <a:solidFill>
                <a:schemeClr val="dk1"/>
              </a:solidFill>
              <a:latin typeface="Trebuchet MS"/>
            </a:endParaRPr>
          </a:p>
        </p:txBody>
      </p:sp>
      <p:sp>
        <p:nvSpPr>
          <p:cNvPr id="247" name="PlaceHolder 2"/>
          <p:cNvSpPr>
            <a:spLocks noGrp="1"/>
          </p:cNvSpPr>
          <p:nvPr>
            <p:ph type="body"/>
          </p:nvPr>
        </p:nvSpPr>
        <p:spPr>
          <a:xfrm>
            <a:off x="677160" y="2160720"/>
            <a:ext cx="8596440" cy="388044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5fcbef"/>
              </a:buClr>
              <a:buSzPct val="80000"/>
              <a:buFont typeface="Wingdings 3" charset="2"/>
              <a:buChar char=""/>
            </a:pPr>
            <a:r>
              <a:rPr b="0" lang="en-US" sz="1800" spc="-1" strike="noStrike">
                <a:solidFill>
                  <a:schemeClr val="dk1">
                    <a:lumMod val="75000"/>
                    <a:lumOff val="25000"/>
                  </a:schemeClr>
                </a:solidFill>
                <a:latin typeface="Trebuchet MS"/>
              </a:rPr>
              <a:t>Click to edit Master text styles</a:t>
            </a:r>
            <a:endParaRPr b="0" lang="en-US" sz="1800" spc="-1" strike="noStrike">
              <a:solidFill>
                <a:schemeClr val="dk1">
                  <a:lumMod val="75000"/>
                  <a:lumOff val="25000"/>
                </a:schemeClr>
              </a:solidFill>
              <a:latin typeface="Trebuchet MS"/>
            </a:endParaRPr>
          </a:p>
          <a:p>
            <a:pPr lvl="1" marL="743040" indent="-285840" defTabSz="457200">
              <a:lnSpc>
                <a:spcPct val="100000"/>
              </a:lnSpc>
              <a:spcBef>
                <a:spcPts val="1001"/>
              </a:spcBef>
              <a:buClr>
                <a:srgbClr val="5fcbef"/>
              </a:buClr>
              <a:buSzPct val="80000"/>
              <a:buFont typeface="Wingdings 3" charset="2"/>
              <a:buChar char=""/>
            </a:pPr>
            <a:r>
              <a:rPr b="0" lang="en-US" sz="1600" spc="-1" strike="noStrike">
                <a:solidFill>
                  <a:schemeClr val="dk1">
                    <a:lumMod val="75000"/>
                    <a:lumOff val="25000"/>
                  </a:schemeClr>
                </a:solidFill>
                <a:latin typeface="Trebuchet MS"/>
              </a:rPr>
              <a:t>Second level</a:t>
            </a:r>
            <a:endParaRPr b="0" lang="en-US" sz="1600" spc="-1" strike="noStrike">
              <a:solidFill>
                <a:schemeClr val="dk1">
                  <a:lumMod val="75000"/>
                  <a:lumOff val="25000"/>
                </a:schemeClr>
              </a:solidFill>
              <a:latin typeface="Trebuchet MS"/>
            </a:endParaRPr>
          </a:p>
          <a:p>
            <a:pPr lvl="2" marL="1143000" indent="-228600" defTabSz="457200">
              <a:lnSpc>
                <a:spcPct val="100000"/>
              </a:lnSpc>
              <a:spcBef>
                <a:spcPts val="1001"/>
              </a:spcBef>
              <a:buClr>
                <a:srgbClr val="5fcbef"/>
              </a:buClr>
              <a:buSzPct val="80000"/>
              <a:buFont typeface="Wingdings 3" charset="2"/>
              <a:buChar char=""/>
            </a:pPr>
            <a:r>
              <a:rPr b="0" lang="en-US" sz="1400" spc="-1" strike="noStrike">
                <a:solidFill>
                  <a:schemeClr val="dk1">
                    <a:lumMod val="75000"/>
                    <a:lumOff val="25000"/>
                  </a:schemeClr>
                </a:solidFill>
                <a:latin typeface="Trebuchet MS"/>
              </a:rPr>
              <a:t>Third level</a:t>
            </a:r>
            <a:endParaRPr b="0" lang="en-US" sz="1400" spc="-1" strike="noStrike">
              <a:solidFill>
                <a:schemeClr val="dk1">
                  <a:lumMod val="75000"/>
                  <a:lumOff val="25000"/>
                </a:schemeClr>
              </a:solidFill>
              <a:latin typeface="Trebuchet MS"/>
            </a:endParaRPr>
          </a:p>
          <a:p>
            <a:pPr lvl="3" marL="1600200" indent="-228600" defTabSz="457200">
              <a:lnSpc>
                <a:spcPct val="100000"/>
              </a:lnSpc>
              <a:spcBef>
                <a:spcPts val="1001"/>
              </a:spcBef>
              <a:buClr>
                <a:srgbClr val="5fcbef"/>
              </a:buClr>
              <a:buSzPct val="80000"/>
              <a:buFont typeface="Wingdings 3" charset="2"/>
              <a:buChar char=""/>
            </a:pPr>
            <a:r>
              <a:rPr b="0" lang="en-US" sz="1200" spc="-1" strike="noStrike">
                <a:solidFill>
                  <a:schemeClr val="dk1">
                    <a:lumMod val="75000"/>
                    <a:lumOff val="25000"/>
                  </a:schemeClr>
                </a:solidFill>
                <a:latin typeface="Trebuchet MS"/>
              </a:rPr>
              <a:t>Fourth level</a:t>
            </a:r>
            <a:endParaRPr b="0" lang="en-US" sz="1200" spc="-1" strike="noStrike">
              <a:solidFill>
                <a:schemeClr val="dk1">
                  <a:lumMod val="75000"/>
                  <a:lumOff val="25000"/>
                </a:schemeClr>
              </a:solidFill>
              <a:latin typeface="Trebuchet MS"/>
            </a:endParaRPr>
          </a:p>
          <a:p>
            <a:pPr lvl="4" marL="2057400" indent="-228600" defTabSz="457200">
              <a:lnSpc>
                <a:spcPct val="100000"/>
              </a:lnSpc>
              <a:spcBef>
                <a:spcPts val="1001"/>
              </a:spcBef>
              <a:buClr>
                <a:srgbClr val="5fcbef"/>
              </a:buClr>
              <a:buSzPct val="80000"/>
              <a:buFont typeface="Wingdings 3" charset="2"/>
              <a:buChar char=""/>
            </a:pPr>
            <a:r>
              <a:rPr b="0" lang="en-US" sz="1200" spc="-1" strike="noStrike">
                <a:solidFill>
                  <a:schemeClr val="dk1">
                    <a:lumMod val="75000"/>
                    <a:lumOff val="25000"/>
                  </a:schemeClr>
                </a:solidFill>
                <a:latin typeface="Trebuchet MS"/>
              </a:rPr>
              <a:t>Fifth level</a:t>
            </a:r>
            <a:endParaRPr b="0" lang="en-US" sz="1200" spc="-1" strike="noStrike">
              <a:solidFill>
                <a:schemeClr val="dk1">
                  <a:lumMod val="75000"/>
                  <a:lumOff val="25000"/>
                </a:schemeClr>
              </a:solidFill>
              <a:latin typeface="Trebuchet MS"/>
            </a:endParaRPr>
          </a:p>
        </p:txBody>
      </p:sp>
      <p:sp>
        <p:nvSpPr>
          <p:cNvPr id="248" name="PlaceHolder 3"/>
          <p:cNvSpPr>
            <a:spLocks noGrp="1"/>
          </p:cNvSpPr>
          <p:nvPr>
            <p:ph type="dt" idx="25"/>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Trebuchet MS"/>
              </a:defRPr>
            </a:lvl1pPr>
          </a:lstStyle>
          <a:p>
            <a:pPr indent="0" algn="r" defTabSz="457200">
              <a:lnSpc>
                <a:spcPct val="100000"/>
              </a:lnSpc>
              <a:buNone/>
            </a:pPr>
            <a:r>
              <a:rPr b="0" lang="en-US" sz="900" spc="-1" strike="noStrike">
                <a:solidFill>
                  <a:schemeClr val="dk1">
                    <a:tint val="75000"/>
                  </a:schemeClr>
                </a:solidFill>
                <a:latin typeface="Trebuchet MS"/>
              </a:rPr>
              <a:t>&lt;date/time&gt;</a:t>
            </a:r>
            <a:endParaRPr b="0" lang="en-US" sz="900" spc="-1" strike="noStrike">
              <a:solidFill>
                <a:srgbClr val="000000"/>
              </a:solidFill>
              <a:latin typeface="Times New Roman"/>
            </a:endParaRPr>
          </a:p>
        </p:txBody>
      </p:sp>
      <p:sp>
        <p:nvSpPr>
          <p:cNvPr id="249" name="PlaceHolder 4"/>
          <p:cNvSpPr>
            <a:spLocks noGrp="1"/>
          </p:cNvSpPr>
          <p:nvPr>
            <p:ph type="ftr" idx="26"/>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50" name="PlaceHolder 5"/>
          <p:cNvSpPr>
            <a:spLocks noGrp="1"/>
          </p:cNvSpPr>
          <p:nvPr>
            <p:ph type="sldNum" idx="27"/>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accent1"/>
                </a:solidFill>
                <a:latin typeface="Trebuchet MS"/>
              </a:defRPr>
            </a:lvl1pPr>
          </a:lstStyle>
          <a:p>
            <a:pPr indent="0" algn="r" defTabSz="457200">
              <a:lnSpc>
                <a:spcPct val="100000"/>
              </a:lnSpc>
              <a:buNone/>
            </a:pPr>
            <a:fld id="{CB097C98-E412-4D74-A304-EC7C5826E236}" type="slidenum">
              <a:rPr b="0" lang="en-US" sz="900" spc="-1" strike="noStrike">
                <a:solidFill>
                  <a:schemeClr val="accent1"/>
                </a:solidFill>
                <a:latin typeface="Trebuchet MS"/>
              </a:rPr>
              <a:t>&lt;number&gt;</a:t>
            </a:fld>
            <a:endParaRPr b="0" lang="en-U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253" name="Group 43"/>
          <p:cNvGrpSpPr/>
          <p:nvPr/>
        </p:nvGrpSpPr>
        <p:grpSpPr>
          <a:xfrm>
            <a:off x="0" y="-8640"/>
            <a:ext cx="12191760" cy="6866640"/>
            <a:chOff x="0" y="-8640"/>
            <a:chExt cx="12191760" cy="6866640"/>
          </a:xfrm>
        </p:grpSpPr>
        <p:cxnSp>
          <p:nvCxnSpPr>
            <p:cNvPr id="254" name="Straight Connector 19"/>
            <p:cNvCxnSpPr/>
            <p:nvPr/>
          </p:nvCxnSpPr>
          <p:spPr>
            <a:xfrm>
              <a:off x="9370800" y="0"/>
              <a:ext cx="1219680" cy="6858360"/>
            </a:xfrm>
            <a:prstGeom prst="straightConnector1">
              <a:avLst/>
            </a:prstGeom>
            <a:ln cap="rnd" w="9525">
              <a:solidFill>
                <a:srgbClr val="5fcbef">
                  <a:alpha val="70000"/>
                </a:srgbClr>
              </a:solidFill>
              <a:round/>
            </a:ln>
          </p:spPr>
        </p:cxnSp>
        <p:cxnSp>
          <p:nvCxnSpPr>
            <p:cNvPr id="255" name="Straight Connector 20"/>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256"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257"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258"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259"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260"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261"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262"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263"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grpSp>
      <p:sp>
        <p:nvSpPr>
          <p:cNvPr id="264"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31700B88-8324-4C9A-BCD8-13108565B1D5}" type="datetime1">
              <a:rPr b="0" lang="en-US" sz="1100" spc="-1" strike="noStrike">
                <a:solidFill>
                  <a:schemeClr val="accent2"/>
                </a:solidFill>
                <a:latin typeface="Trebuchet MS"/>
              </a:rPr>
              <a:t>09/07/2026</a:t>
            </a:fld>
            <a:endParaRPr b="0" lang="en-US" sz="1100" spc="-1" strike="noStrike">
              <a:solidFill>
                <a:srgbClr val="000000"/>
              </a:solidFill>
              <a:latin typeface="Arial"/>
            </a:endParaRPr>
          </a:p>
        </p:txBody>
      </p:sp>
      <p:sp>
        <p:nvSpPr>
          <p:cNvPr id="265"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US" sz="1100" spc="-1" strike="noStrike">
              <a:solidFill>
                <a:srgbClr val="000000"/>
              </a:solidFill>
              <a:latin typeface="Arial"/>
            </a:endParaRPr>
          </a:p>
        </p:txBody>
      </p:sp>
      <p:sp>
        <p:nvSpPr>
          <p:cNvPr id="266"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25902D3A-9486-4256-AE05-900D5F1B2A4C}" type="slidenum">
              <a:rPr b="0" lang="en-US" sz="1100" spc="-1" strike="noStrike">
                <a:solidFill>
                  <a:schemeClr val="accent4"/>
                </a:solidFill>
                <a:latin typeface="Trebuchet MS"/>
              </a:rPr>
              <a:t>&lt;number&gt;</a:t>
            </a:fld>
            <a:endParaRPr b="0" lang="en-US" sz="1100" spc="-1" strike="noStrike">
              <a:solidFill>
                <a:srgbClr val="000000"/>
              </a:solidFill>
              <a:latin typeface="Arial"/>
            </a:endParaRPr>
          </a:p>
        </p:txBody>
      </p:sp>
      <p:sp>
        <p:nvSpPr>
          <p:cNvPr id="267" name="PlaceHolder 1"/>
          <p:cNvSpPr>
            <a:spLocks noGrp="1"/>
          </p:cNvSpPr>
          <p:nvPr>
            <p:ph type="body"/>
          </p:nvPr>
        </p:nvSpPr>
        <p:spPr>
          <a:xfrm>
            <a:off x="5353560" y="2555640"/>
            <a:ext cx="1484640" cy="1279800"/>
          </a:xfrm>
          <a:prstGeom prst="rect">
            <a:avLst/>
          </a:prstGeom>
          <a:noFill/>
          <a:ln w="0">
            <a:noFill/>
          </a:ln>
        </p:spPr>
        <p:txBody>
          <a:bodyPr lIns="90000" rIns="90000" tIns="45000" bIns="45000" anchor="ctr">
            <a:noAutofit/>
          </a:bodyPr>
          <a:p>
            <a:pPr indent="0" algn="ctr" defTabSz="457200">
              <a:lnSpc>
                <a:spcPct val="100000"/>
              </a:lnSpc>
              <a:buNone/>
            </a:pPr>
            <a:r>
              <a:rPr b="0" lang="en-US" sz="1800" spc="-1" strike="noStrike">
                <a:solidFill>
                  <a:schemeClr val="dk1"/>
                </a:solidFill>
                <a:latin typeface="Trebuchet MS"/>
              </a:rPr>
              <a:t>Click icon to add picture</a:t>
            </a:r>
            <a:endParaRPr b="0" lang="en-US" sz="1800" spc="-1" strike="noStrike">
              <a:solidFill>
                <a:schemeClr val="dk1">
                  <a:lumMod val="75000"/>
                  <a:lumOff val="25000"/>
                </a:schemeClr>
              </a:solidFill>
              <a:latin typeface="Trebuchet MS"/>
            </a:endParaRPr>
          </a:p>
        </p:txBody>
      </p:sp>
      <p:sp>
        <p:nvSpPr>
          <p:cNvPr id="268" name="PlaceHolder 2"/>
          <p:cNvSpPr>
            <a:spLocks noGrp="1"/>
          </p:cNvSpPr>
          <p:nvPr>
            <p:ph type="body"/>
          </p:nvPr>
        </p:nvSpPr>
        <p:spPr>
          <a:xfrm>
            <a:off x="3115800" y="2555640"/>
            <a:ext cx="1484640" cy="1279800"/>
          </a:xfrm>
          <a:prstGeom prst="rect">
            <a:avLst/>
          </a:prstGeom>
          <a:noFill/>
          <a:ln w="0">
            <a:noFill/>
          </a:ln>
        </p:spPr>
        <p:txBody>
          <a:bodyPr lIns="90000" rIns="90000" tIns="45000" bIns="45000" anchor="ctr">
            <a:noAutofit/>
          </a:bodyPr>
          <a:p>
            <a:pPr indent="0" algn="ctr" defTabSz="457200">
              <a:lnSpc>
                <a:spcPct val="100000"/>
              </a:lnSpc>
              <a:buNone/>
            </a:pPr>
            <a:r>
              <a:rPr b="0" lang="en-US" sz="1800" spc="-1" strike="noStrike">
                <a:solidFill>
                  <a:schemeClr val="dk1"/>
                </a:solidFill>
                <a:latin typeface="Trebuchet MS"/>
              </a:rPr>
              <a:t>Click icon to add picture</a:t>
            </a:r>
            <a:endParaRPr b="0" lang="en-US" sz="1800" spc="-1" strike="noStrike">
              <a:solidFill>
                <a:schemeClr val="dk1">
                  <a:lumMod val="75000"/>
                  <a:lumOff val="25000"/>
                </a:schemeClr>
              </a:solidFill>
              <a:latin typeface="Trebuchet MS"/>
            </a:endParaRPr>
          </a:p>
        </p:txBody>
      </p:sp>
      <p:sp>
        <p:nvSpPr>
          <p:cNvPr id="269" name="PlaceHolder 3"/>
          <p:cNvSpPr>
            <a:spLocks noGrp="1"/>
          </p:cNvSpPr>
          <p:nvPr>
            <p:ph type="body"/>
          </p:nvPr>
        </p:nvSpPr>
        <p:spPr>
          <a:xfrm>
            <a:off x="7602480" y="2555640"/>
            <a:ext cx="1484640" cy="1279800"/>
          </a:xfrm>
          <a:prstGeom prst="rect">
            <a:avLst/>
          </a:prstGeom>
          <a:noFill/>
          <a:ln w="0">
            <a:noFill/>
          </a:ln>
        </p:spPr>
        <p:txBody>
          <a:bodyPr lIns="90000" rIns="90000" tIns="45000" bIns="45000" anchor="ctr">
            <a:noAutofit/>
          </a:bodyPr>
          <a:p>
            <a:pPr indent="0" algn="ctr" defTabSz="457200">
              <a:lnSpc>
                <a:spcPct val="100000"/>
              </a:lnSpc>
              <a:buNone/>
            </a:pPr>
            <a:r>
              <a:rPr b="0" lang="en-US" sz="1800" spc="-1" strike="noStrike">
                <a:solidFill>
                  <a:schemeClr val="dk1"/>
                </a:solidFill>
                <a:latin typeface="Trebuchet MS"/>
              </a:rPr>
              <a:t>Click icon to add picture</a:t>
            </a:r>
            <a:endParaRPr b="0" lang="en-US" sz="1800" spc="-1" strike="noStrike">
              <a:solidFill>
                <a:schemeClr val="dk1">
                  <a:lumMod val="75000"/>
                  <a:lumOff val="25000"/>
                </a:schemeClr>
              </a:solidFill>
              <a:latin typeface="Trebuchet MS"/>
            </a:endParaRPr>
          </a:p>
        </p:txBody>
      </p:sp>
      <p:sp>
        <p:nvSpPr>
          <p:cNvPr id="270" name="PlaceHolder 4"/>
          <p:cNvSpPr>
            <a:spLocks noGrp="1"/>
          </p:cNvSpPr>
          <p:nvPr>
            <p:ph type="body"/>
          </p:nvPr>
        </p:nvSpPr>
        <p:spPr>
          <a:xfrm>
            <a:off x="9839880" y="2555640"/>
            <a:ext cx="1484640" cy="1279800"/>
          </a:xfrm>
          <a:prstGeom prst="rect">
            <a:avLst/>
          </a:prstGeom>
          <a:noFill/>
          <a:ln w="0">
            <a:noFill/>
          </a:ln>
        </p:spPr>
        <p:txBody>
          <a:bodyPr lIns="90000" rIns="90000" tIns="45000" bIns="45000" anchor="ctr">
            <a:noAutofit/>
          </a:bodyPr>
          <a:p>
            <a:pPr indent="0" algn="ctr" defTabSz="457200">
              <a:lnSpc>
                <a:spcPct val="100000"/>
              </a:lnSpc>
              <a:buNone/>
            </a:pPr>
            <a:r>
              <a:rPr b="0" lang="en-US" sz="1800" spc="-1" strike="noStrike">
                <a:solidFill>
                  <a:schemeClr val="dk1"/>
                </a:solidFill>
                <a:latin typeface="Trebuchet MS"/>
              </a:rPr>
              <a:t>Click icon to add picture</a:t>
            </a:r>
            <a:endParaRPr b="0" lang="en-US" sz="1800" spc="-1" strike="noStrike">
              <a:solidFill>
                <a:schemeClr val="dk1">
                  <a:lumMod val="75000"/>
                  <a:lumOff val="25000"/>
                </a:schemeClr>
              </a:solidFill>
              <a:latin typeface="Trebuchet MS"/>
            </a:endParaRPr>
          </a:p>
        </p:txBody>
      </p:sp>
      <p:sp>
        <p:nvSpPr>
          <p:cNvPr id="271" name="PlaceHolder 5"/>
          <p:cNvSpPr>
            <a:spLocks noGrp="1"/>
          </p:cNvSpPr>
          <p:nvPr>
            <p:ph type="title"/>
          </p:nvPr>
        </p:nvSpPr>
        <p:spPr>
          <a:xfrm>
            <a:off x="432000" y="647640"/>
            <a:ext cx="11339640" cy="699840"/>
          </a:xfrm>
          <a:prstGeom prst="rect">
            <a:avLst/>
          </a:prstGeom>
          <a:noFill/>
          <a:ln w="0">
            <a:noFill/>
          </a:ln>
        </p:spPr>
        <p:txBody>
          <a:bodyPr lIns="91440" rIns="91440" tIns="45720" bIns="45720" anchor="ctr">
            <a:noAutofit/>
          </a:bodyPr>
          <a:p>
            <a:pPr indent="0" algn="ctr" defTabSz="457200">
              <a:lnSpc>
                <a:spcPct val="100000"/>
              </a:lnSpc>
              <a:buNone/>
            </a:pPr>
            <a:r>
              <a:rPr b="1" lang="en-US" sz="4800" spc="-1" strike="noStrike">
                <a:solidFill>
                  <a:schemeClr val="dk1"/>
                </a:solidFill>
                <a:latin typeface="Trebuchet MS"/>
              </a:rPr>
              <a:t>Click to edit Master title style</a:t>
            </a:r>
            <a:endParaRPr b="0" lang="en-US" sz="4800" spc="-1" strike="noStrike">
              <a:solidFill>
                <a:schemeClr val="dk1"/>
              </a:solidFill>
              <a:latin typeface="Trebuchet MS"/>
            </a:endParaRPr>
          </a:p>
        </p:txBody>
      </p:sp>
      <p:sp>
        <p:nvSpPr>
          <p:cNvPr id="272" name="Hexagon 8"/>
          <p:cNvSpPr/>
          <p:nvPr/>
        </p:nvSpPr>
        <p:spPr>
          <a:xfrm>
            <a:off x="546840" y="3467520"/>
            <a:ext cx="457920" cy="394560"/>
          </a:xfrm>
          <a:prstGeom prst="hexagon">
            <a:avLst>
              <a:gd name="adj" fmla="val 25000"/>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Trebuchet MS"/>
            </a:endParaRPr>
          </a:p>
        </p:txBody>
      </p:sp>
      <p:sp>
        <p:nvSpPr>
          <p:cNvPr id="273" name="Hexagon 9"/>
          <p:cNvSpPr/>
          <p:nvPr/>
        </p:nvSpPr>
        <p:spPr>
          <a:xfrm>
            <a:off x="11113200" y="2394720"/>
            <a:ext cx="358200" cy="308520"/>
          </a:xfrm>
          <a:prstGeom prst="hexagon">
            <a:avLst>
              <a:gd name="adj" fmla="val 25000"/>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Trebuchet MS"/>
            </a:endParaRPr>
          </a:p>
        </p:txBody>
      </p:sp>
      <p:sp>
        <p:nvSpPr>
          <p:cNvPr id="274" name="Hexagon 10"/>
          <p:cNvSpPr/>
          <p:nvPr/>
        </p:nvSpPr>
        <p:spPr>
          <a:xfrm>
            <a:off x="10882800" y="2202120"/>
            <a:ext cx="230400" cy="198360"/>
          </a:xfrm>
          <a:prstGeom prst="hexagon">
            <a:avLst>
              <a:gd name="adj" fmla="val 25000"/>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Trebuchet MS"/>
            </a:endParaRPr>
          </a:p>
        </p:txBody>
      </p:sp>
      <p:sp>
        <p:nvSpPr>
          <p:cNvPr id="275" name="PlaceHolder 6"/>
          <p:cNvSpPr>
            <a:spLocks noGrp="1"/>
          </p:cNvSpPr>
          <p:nvPr>
            <p:ph type="body"/>
          </p:nvPr>
        </p:nvSpPr>
        <p:spPr>
          <a:xfrm>
            <a:off x="546840" y="4172760"/>
            <a:ext cx="2139480" cy="343800"/>
          </a:xfrm>
          <a:prstGeom prst="rect">
            <a:avLst/>
          </a:prstGeom>
          <a:noFill/>
          <a:ln w="0">
            <a:noFill/>
          </a:ln>
        </p:spPr>
        <p:txBody>
          <a:bodyPr lIns="91440" rIns="91440" tIns="45720" bIns="45720" anchor="t">
            <a:noAutofit/>
          </a:bodyPr>
          <a:p>
            <a:pPr indent="0" algn="ctr" defTabSz="457200">
              <a:lnSpc>
                <a:spcPct val="100000"/>
              </a:lnSpc>
              <a:spcBef>
                <a:spcPts val="1001"/>
              </a:spcBef>
              <a:buNone/>
              <a:tabLst>
                <a:tab algn="l" pos="0"/>
              </a:tabLst>
            </a:pPr>
            <a:r>
              <a:rPr b="1" lang="en-US" sz="2000" spc="-1" strike="noStrike">
                <a:solidFill>
                  <a:schemeClr val="accent4"/>
                </a:solidFill>
                <a:latin typeface="Trebuchet MS"/>
              </a:rPr>
              <a:t>Click to edit Master text styles</a:t>
            </a:r>
            <a:endParaRPr b="0" lang="en-US" sz="2000" spc="-1" strike="noStrike">
              <a:solidFill>
                <a:schemeClr val="dk1">
                  <a:lumMod val="75000"/>
                  <a:lumOff val="25000"/>
                </a:schemeClr>
              </a:solidFill>
              <a:latin typeface="Trebuchet MS"/>
            </a:endParaRPr>
          </a:p>
        </p:txBody>
      </p:sp>
      <p:sp>
        <p:nvSpPr>
          <p:cNvPr id="276" name="PlaceHolder 7"/>
          <p:cNvSpPr>
            <a:spLocks noGrp="1"/>
          </p:cNvSpPr>
          <p:nvPr>
            <p:ph type="body"/>
          </p:nvPr>
        </p:nvSpPr>
        <p:spPr>
          <a:xfrm>
            <a:off x="556560" y="4588200"/>
            <a:ext cx="2139480" cy="343800"/>
          </a:xfrm>
          <a:prstGeom prst="rect">
            <a:avLst/>
          </a:prstGeom>
          <a:noFill/>
          <a:ln w="0">
            <a:noFill/>
          </a:ln>
        </p:spPr>
        <p:txBody>
          <a:bodyPr lIns="91440" rIns="91440" tIns="45720" bIns="45720" anchor="t">
            <a:noAutofit/>
          </a:bodyPr>
          <a:p>
            <a:pPr indent="0" algn="ctr" defTabSz="457200">
              <a:lnSpc>
                <a:spcPct val="100000"/>
              </a:lnSpc>
              <a:spcBef>
                <a:spcPts val="1001"/>
              </a:spcBef>
              <a:buNone/>
              <a:tabLst>
                <a:tab algn="l" pos="0"/>
              </a:tabLst>
            </a:pPr>
            <a:r>
              <a:rPr b="0" lang="en-US" sz="1600" spc="-1" strike="noStrike">
                <a:solidFill>
                  <a:schemeClr val="dk1"/>
                </a:solidFill>
                <a:latin typeface="Trebuchet MS"/>
              </a:rPr>
              <a:t>Click to edit Master text styles</a:t>
            </a:r>
            <a:endParaRPr b="0" lang="en-US" sz="1600" spc="-1" strike="noStrike">
              <a:solidFill>
                <a:schemeClr val="dk1">
                  <a:lumMod val="75000"/>
                  <a:lumOff val="25000"/>
                </a:schemeClr>
              </a:solidFill>
              <a:latin typeface="Trebuchet MS"/>
            </a:endParaRPr>
          </a:p>
        </p:txBody>
      </p:sp>
      <p:sp>
        <p:nvSpPr>
          <p:cNvPr id="277" name="PlaceHolder 8"/>
          <p:cNvSpPr>
            <a:spLocks noGrp="1"/>
          </p:cNvSpPr>
          <p:nvPr>
            <p:ph type="body"/>
          </p:nvPr>
        </p:nvSpPr>
        <p:spPr>
          <a:xfrm>
            <a:off x="2789640" y="4172760"/>
            <a:ext cx="2139480" cy="343800"/>
          </a:xfrm>
          <a:prstGeom prst="rect">
            <a:avLst/>
          </a:prstGeom>
          <a:noFill/>
          <a:ln w="0">
            <a:noFill/>
          </a:ln>
        </p:spPr>
        <p:txBody>
          <a:bodyPr lIns="91440" rIns="91440" tIns="45720" bIns="45720" anchor="t">
            <a:noAutofit/>
          </a:bodyPr>
          <a:p>
            <a:pPr indent="0" algn="ctr" defTabSz="457200">
              <a:lnSpc>
                <a:spcPct val="100000"/>
              </a:lnSpc>
              <a:spcBef>
                <a:spcPts val="1001"/>
              </a:spcBef>
              <a:buNone/>
              <a:tabLst>
                <a:tab algn="l" pos="0"/>
              </a:tabLst>
            </a:pPr>
            <a:r>
              <a:rPr b="1" lang="en-US" sz="2000" spc="-1" strike="noStrike">
                <a:solidFill>
                  <a:schemeClr val="accent4"/>
                </a:solidFill>
                <a:latin typeface="Trebuchet MS"/>
              </a:rPr>
              <a:t>Click to edit Master text styles</a:t>
            </a:r>
            <a:endParaRPr b="0" lang="en-US" sz="2000" spc="-1" strike="noStrike">
              <a:solidFill>
                <a:schemeClr val="dk1">
                  <a:lumMod val="75000"/>
                  <a:lumOff val="25000"/>
                </a:schemeClr>
              </a:solidFill>
              <a:latin typeface="Trebuchet MS"/>
            </a:endParaRPr>
          </a:p>
        </p:txBody>
      </p:sp>
      <p:sp>
        <p:nvSpPr>
          <p:cNvPr id="278" name="PlaceHolder 9"/>
          <p:cNvSpPr>
            <a:spLocks noGrp="1"/>
          </p:cNvSpPr>
          <p:nvPr>
            <p:ph type="body"/>
          </p:nvPr>
        </p:nvSpPr>
        <p:spPr>
          <a:xfrm>
            <a:off x="2789640" y="4588200"/>
            <a:ext cx="2139480" cy="343800"/>
          </a:xfrm>
          <a:prstGeom prst="rect">
            <a:avLst/>
          </a:prstGeom>
          <a:noFill/>
          <a:ln w="0">
            <a:noFill/>
          </a:ln>
        </p:spPr>
        <p:txBody>
          <a:bodyPr lIns="91440" rIns="91440" tIns="45720" bIns="45720" anchor="t">
            <a:noAutofit/>
          </a:bodyPr>
          <a:p>
            <a:pPr indent="0" algn="ctr" defTabSz="457200">
              <a:lnSpc>
                <a:spcPct val="100000"/>
              </a:lnSpc>
              <a:spcBef>
                <a:spcPts val="1001"/>
              </a:spcBef>
              <a:buNone/>
              <a:tabLst>
                <a:tab algn="l" pos="0"/>
              </a:tabLst>
            </a:pPr>
            <a:r>
              <a:rPr b="0" lang="en-US" sz="1600" spc="-1" strike="noStrike">
                <a:solidFill>
                  <a:schemeClr val="dk1"/>
                </a:solidFill>
                <a:latin typeface="Trebuchet MS"/>
              </a:rPr>
              <a:t>Click to edit Master text styles</a:t>
            </a:r>
            <a:endParaRPr b="0" lang="en-US" sz="1600" spc="-1" strike="noStrike">
              <a:solidFill>
                <a:schemeClr val="dk1">
                  <a:lumMod val="75000"/>
                  <a:lumOff val="25000"/>
                </a:schemeClr>
              </a:solidFill>
              <a:latin typeface="Trebuchet MS"/>
            </a:endParaRPr>
          </a:p>
        </p:txBody>
      </p:sp>
      <p:sp>
        <p:nvSpPr>
          <p:cNvPr id="279" name="PlaceHolder 10"/>
          <p:cNvSpPr>
            <a:spLocks noGrp="1"/>
          </p:cNvSpPr>
          <p:nvPr>
            <p:ph type="body"/>
          </p:nvPr>
        </p:nvSpPr>
        <p:spPr>
          <a:xfrm>
            <a:off x="5032440" y="4172760"/>
            <a:ext cx="2139480" cy="343800"/>
          </a:xfrm>
          <a:prstGeom prst="rect">
            <a:avLst/>
          </a:prstGeom>
          <a:noFill/>
          <a:ln w="0">
            <a:noFill/>
          </a:ln>
        </p:spPr>
        <p:txBody>
          <a:bodyPr lIns="91440" rIns="91440" tIns="45720" bIns="45720" anchor="t">
            <a:noAutofit/>
          </a:bodyPr>
          <a:p>
            <a:pPr indent="0" algn="ctr" defTabSz="457200">
              <a:lnSpc>
                <a:spcPct val="100000"/>
              </a:lnSpc>
              <a:spcBef>
                <a:spcPts val="1001"/>
              </a:spcBef>
              <a:buNone/>
              <a:tabLst>
                <a:tab algn="l" pos="0"/>
              </a:tabLst>
            </a:pPr>
            <a:r>
              <a:rPr b="1" lang="en-US" sz="2000" spc="-1" strike="noStrike">
                <a:solidFill>
                  <a:schemeClr val="accent4"/>
                </a:solidFill>
                <a:latin typeface="Trebuchet MS"/>
              </a:rPr>
              <a:t>Click to edit Master text styles</a:t>
            </a:r>
            <a:endParaRPr b="0" lang="en-US" sz="2000" spc="-1" strike="noStrike">
              <a:solidFill>
                <a:schemeClr val="dk1">
                  <a:lumMod val="75000"/>
                  <a:lumOff val="25000"/>
                </a:schemeClr>
              </a:solidFill>
              <a:latin typeface="Trebuchet MS"/>
            </a:endParaRPr>
          </a:p>
        </p:txBody>
      </p:sp>
      <p:sp>
        <p:nvSpPr>
          <p:cNvPr id="280" name="PlaceHolder 11"/>
          <p:cNvSpPr>
            <a:spLocks noGrp="1"/>
          </p:cNvSpPr>
          <p:nvPr>
            <p:ph type="body"/>
          </p:nvPr>
        </p:nvSpPr>
        <p:spPr>
          <a:xfrm>
            <a:off x="5029200" y="4588200"/>
            <a:ext cx="2139480" cy="343800"/>
          </a:xfrm>
          <a:prstGeom prst="rect">
            <a:avLst/>
          </a:prstGeom>
          <a:noFill/>
          <a:ln w="0">
            <a:noFill/>
          </a:ln>
        </p:spPr>
        <p:txBody>
          <a:bodyPr lIns="91440" rIns="91440" tIns="45720" bIns="45720" anchor="t">
            <a:noAutofit/>
          </a:bodyPr>
          <a:p>
            <a:pPr indent="0" algn="ctr" defTabSz="457200">
              <a:lnSpc>
                <a:spcPct val="100000"/>
              </a:lnSpc>
              <a:spcBef>
                <a:spcPts val="1001"/>
              </a:spcBef>
              <a:buNone/>
              <a:tabLst>
                <a:tab algn="l" pos="0"/>
              </a:tabLst>
            </a:pPr>
            <a:r>
              <a:rPr b="0" lang="en-US" sz="1600" spc="-1" strike="noStrike">
                <a:solidFill>
                  <a:schemeClr val="dk1"/>
                </a:solidFill>
                <a:latin typeface="Trebuchet MS"/>
              </a:rPr>
              <a:t>Click to edit Master text styles</a:t>
            </a:r>
            <a:endParaRPr b="0" lang="en-US" sz="1600" spc="-1" strike="noStrike">
              <a:solidFill>
                <a:schemeClr val="dk1">
                  <a:lumMod val="75000"/>
                  <a:lumOff val="25000"/>
                </a:schemeClr>
              </a:solidFill>
              <a:latin typeface="Trebuchet MS"/>
            </a:endParaRPr>
          </a:p>
        </p:txBody>
      </p:sp>
      <p:sp>
        <p:nvSpPr>
          <p:cNvPr id="281" name="PlaceHolder 12"/>
          <p:cNvSpPr>
            <a:spLocks noGrp="1"/>
          </p:cNvSpPr>
          <p:nvPr>
            <p:ph type="body"/>
          </p:nvPr>
        </p:nvSpPr>
        <p:spPr>
          <a:xfrm>
            <a:off x="7275240" y="4172760"/>
            <a:ext cx="2139480" cy="343800"/>
          </a:xfrm>
          <a:prstGeom prst="rect">
            <a:avLst/>
          </a:prstGeom>
          <a:noFill/>
          <a:ln w="0">
            <a:noFill/>
          </a:ln>
        </p:spPr>
        <p:txBody>
          <a:bodyPr lIns="91440" rIns="91440" tIns="45720" bIns="45720" anchor="t">
            <a:noAutofit/>
          </a:bodyPr>
          <a:p>
            <a:pPr indent="0" algn="ctr" defTabSz="457200">
              <a:lnSpc>
                <a:spcPct val="100000"/>
              </a:lnSpc>
              <a:spcBef>
                <a:spcPts val="1001"/>
              </a:spcBef>
              <a:buNone/>
              <a:tabLst>
                <a:tab algn="l" pos="0"/>
              </a:tabLst>
            </a:pPr>
            <a:r>
              <a:rPr b="1" lang="en-US" sz="2000" spc="-1" strike="noStrike">
                <a:solidFill>
                  <a:schemeClr val="accent4"/>
                </a:solidFill>
                <a:latin typeface="Trebuchet MS"/>
              </a:rPr>
              <a:t>Click to edit </a:t>
            </a:r>
            <a:r>
              <a:rPr b="1" lang="en-US" sz="2000" spc="-1" strike="noStrike">
                <a:solidFill>
                  <a:schemeClr val="accent4"/>
                </a:solidFill>
                <a:latin typeface="Trebuchet MS"/>
              </a:rPr>
              <a:t>Master text </a:t>
            </a:r>
            <a:r>
              <a:rPr b="1" lang="en-US" sz="2000" spc="-1" strike="noStrike">
                <a:solidFill>
                  <a:schemeClr val="accent4"/>
                </a:solidFill>
                <a:latin typeface="Trebuchet MS"/>
              </a:rPr>
              <a:t>styles</a:t>
            </a:r>
            <a:endParaRPr b="0" lang="en-US" sz="2000" spc="-1" strike="noStrike">
              <a:solidFill>
                <a:schemeClr val="dk1">
                  <a:lumMod val="75000"/>
                  <a:lumOff val="25000"/>
                </a:schemeClr>
              </a:solidFill>
              <a:latin typeface="Trebuchet MS"/>
            </a:endParaRPr>
          </a:p>
        </p:txBody>
      </p:sp>
      <p:sp>
        <p:nvSpPr>
          <p:cNvPr id="282" name="PlaceHolder 13"/>
          <p:cNvSpPr>
            <a:spLocks noGrp="1"/>
          </p:cNvSpPr>
          <p:nvPr>
            <p:ph type="body"/>
          </p:nvPr>
        </p:nvSpPr>
        <p:spPr>
          <a:xfrm>
            <a:off x="7275240" y="4588200"/>
            <a:ext cx="2139480" cy="343800"/>
          </a:xfrm>
          <a:prstGeom prst="rect">
            <a:avLst/>
          </a:prstGeom>
          <a:noFill/>
          <a:ln w="0">
            <a:noFill/>
          </a:ln>
        </p:spPr>
        <p:txBody>
          <a:bodyPr lIns="91440" rIns="91440" tIns="45720" bIns="45720" anchor="t">
            <a:noAutofit/>
          </a:bodyPr>
          <a:p>
            <a:pPr indent="0" algn="ctr" defTabSz="457200">
              <a:lnSpc>
                <a:spcPct val="100000"/>
              </a:lnSpc>
              <a:spcBef>
                <a:spcPts val="1001"/>
              </a:spcBef>
              <a:buNone/>
              <a:tabLst>
                <a:tab algn="l" pos="0"/>
              </a:tabLst>
            </a:pPr>
            <a:r>
              <a:rPr b="0" lang="en-US" sz="1600" spc="-1" strike="noStrike">
                <a:solidFill>
                  <a:schemeClr val="dk1"/>
                </a:solidFill>
                <a:latin typeface="Trebuchet MS"/>
              </a:rPr>
              <a:t>Click to edit Master text styles</a:t>
            </a:r>
            <a:endParaRPr b="0" lang="en-US" sz="1600" spc="-1" strike="noStrike">
              <a:solidFill>
                <a:schemeClr val="dk1">
                  <a:lumMod val="75000"/>
                  <a:lumOff val="25000"/>
                </a:schemeClr>
              </a:solidFill>
              <a:latin typeface="Trebuchet MS"/>
            </a:endParaRPr>
          </a:p>
        </p:txBody>
      </p:sp>
      <p:sp>
        <p:nvSpPr>
          <p:cNvPr id="283" name="PlaceHolder 14"/>
          <p:cNvSpPr>
            <a:spLocks noGrp="1"/>
          </p:cNvSpPr>
          <p:nvPr>
            <p:ph type="body"/>
          </p:nvPr>
        </p:nvSpPr>
        <p:spPr>
          <a:xfrm>
            <a:off x="9518040" y="4172760"/>
            <a:ext cx="2139480" cy="343800"/>
          </a:xfrm>
          <a:prstGeom prst="rect">
            <a:avLst/>
          </a:prstGeom>
          <a:noFill/>
          <a:ln w="0">
            <a:noFill/>
          </a:ln>
        </p:spPr>
        <p:txBody>
          <a:bodyPr lIns="91440" rIns="91440" tIns="45720" bIns="45720" anchor="t">
            <a:noAutofit/>
          </a:bodyPr>
          <a:p>
            <a:pPr indent="0" algn="ctr" defTabSz="457200">
              <a:lnSpc>
                <a:spcPct val="100000"/>
              </a:lnSpc>
              <a:spcBef>
                <a:spcPts val="1001"/>
              </a:spcBef>
              <a:buNone/>
              <a:tabLst>
                <a:tab algn="l" pos="0"/>
              </a:tabLst>
            </a:pPr>
            <a:r>
              <a:rPr b="1" lang="en-US" sz="2000" spc="-1" strike="noStrike">
                <a:solidFill>
                  <a:schemeClr val="accent4"/>
                </a:solidFill>
                <a:latin typeface="Trebuchet MS"/>
              </a:rPr>
              <a:t>Click to edit Master text styles</a:t>
            </a:r>
            <a:endParaRPr b="0" lang="en-US" sz="2000" spc="-1" strike="noStrike">
              <a:solidFill>
                <a:schemeClr val="dk1">
                  <a:lumMod val="75000"/>
                  <a:lumOff val="25000"/>
                </a:schemeClr>
              </a:solidFill>
              <a:latin typeface="Trebuchet MS"/>
            </a:endParaRPr>
          </a:p>
        </p:txBody>
      </p:sp>
      <p:sp>
        <p:nvSpPr>
          <p:cNvPr id="284" name="PlaceHolder 15"/>
          <p:cNvSpPr>
            <a:spLocks noGrp="1"/>
          </p:cNvSpPr>
          <p:nvPr>
            <p:ph type="body"/>
          </p:nvPr>
        </p:nvSpPr>
        <p:spPr>
          <a:xfrm>
            <a:off x="9518040" y="4588200"/>
            <a:ext cx="2139480" cy="343800"/>
          </a:xfrm>
          <a:prstGeom prst="rect">
            <a:avLst/>
          </a:prstGeom>
          <a:noFill/>
          <a:ln w="0">
            <a:noFill/>
          </a:ln>
        </p:spPr>
        <p:txBody>
          <a:bodyPr lIns="91440" rIns="91440" tIns="45720" bIns="45720" anchor="t">
            <a:noAutofit/>
          </a:bodyPr>
          <a:p>
            <a:pPr indent="0" algn="ctr" defTabSz="457200">
              <a:lnSpc>
                <a:spcPct val="100000"/>
              </a:lnSpc>
              <a:spcBef>
                <a:spcPts val="1001"/>
              </a:spcBef>
              <a:buNone/>
              <a:tabLst>
                <a:tab algn="l" pos="0"/>
              </a:tabLst>
            </a:pPr>
            <a:r>
              <a:rPr b="0" lang="en-US" sz="1600" spc="-1" strike="noStrike">
                <a:solidFill>
                  <a:schemeClr val="dk1"/>
                </a:solidFill>
                <a:latin typeface="Trebuchet MS"/>
              </a:rPr>
              <a:t>Click to edit Master text styles</a:t>
            </a:r>
            <a:endParaRPr b="0" lang="en-US" sz="1600" spc="-1" strike="noStrike">
              <a:solidFill>
                <a:schemeClr val="dk1">
                  <a:lumMod val="75000"/>
                  <a:lumOff val="25000"/>
                </a:schemeClr>
              </a:solidFill>
              <a:latin typeface="Trebuchet MS"/>
            </a:endParaRPr>
          </a:p>
        </p:txBody>
      </p:sp>
      <p:sp>
        <p:nvSpPr>
          <p:cNvPr id="285" name="PlaceHolder 16"/>
          <p:cNvSpPr>
            <a:spLocks noGrp="1"/>
          </p:cNvSpPr>
          <p:nvPr>
            <p:ph type="body"/>
          </p:nvPr>
        </p:nvSpPr>
        <p:spPr>
          <a:xfrm>
            <a:off x="878400" y="2555640"/>
            <a:ext cx="1484640" cy="1279800"/>
          </a:xfrm>
          <a:prstGeom prst="rect">
            <a:avLst/>
          </a:prstGeom>
          <a:noFill/>
          <a:ln w="0">
            <a:noFill/>
          </a:ln>
        </p:spPr>
        <p:txBody>
          <a:bodyPr lIns="90000" rIns="90000" tIns="45000" bIns="45000" anchor="ctr">
            <a:noAutofit/>
          </a:bodyPr>
          <a:p>
            <a:pPr indent="0" algn="ctr" defTabSz="457200">
              <a:lnSpc>
                <a:spcPct val="100000"/>
              </a:lnSpc>
              <a:buNone/>
            </a:pPr>
            <a:r>
              <a:rPr b="0" lang="en-US" sz="1800" spc="-1" strike="noStrike">
                <a:solidFill>
                  <a:schemeClr val="dk1"/>
                </a:solidFill>
                <a:latin typeface="Trebuchet MS"/>
              </a:rPr>
              <a:t>Click icon to add picture</a:t>
            </a:r>
            <a:endParaRPr b="0" lang="en-US" sz="1800" spc="-1" strike="noStrike">
              <a:solidFill>
                <a:schemeClr val="dk1">
                  <a:lumMod val="75000"/>
                  <a:lumOff val="25000"/>
                </a:schemeClr>
              </a:solidFill>
              <a:latin typeface="Trebuchet MS"/>
            </a:endParaRPr>
          </a:p>
        </p:txBody>
      </p:sp>
    </p:spTree>
  </p:cSld>
  <p:clrMap bg1="lt1" bg2="lt2" tx1="dk1" tx2="dk2" accent1="accent1" accent2="accent2" accent3="accent3" accent4="accent4" accent5="accent5" accent6="accent6" hlink="hlink" folHlink="folHlink"/>
  <p:sldLayoutIdLst>
    <p:sldLayoutId id="2147483673"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grpSp>
        <p:nvGrpSpPr>
          <p:cNvPr id="286" name="Group 43"/>
          <p:cNvGrpSpPr/>
          <p:nvPr/>
        </p:nvGrpSpPr>
        <p:grpSpPr>
          <a:xfrm>
            <a:off x="0" y="-8640"/>
            <a:ext cx="12191760" cy="6866640"/>
            <a:chOff x="0" y="-8640"/>
            <a:chExt cx="12191760" cy="6866640"/>
          </a:xfrm>
        </p:grpSpPr>
        <p:cxnSp>
          <p:nvCxnSpPr>
            <p:cNvPr id="287" name="Straight Connector 19"/>
            <p:cNvCxnSpPr/>
            <p:nvPr/>
          </p:nvCxnSpPr>
          <p:spPr>
            <a:xfrm>
              <a:off x="9370800" y="0"/>
              <a:ext cx="1219680" cy="6858360"/>
            </a:xfrm>
            <a:prstGeom prst="straightConnector1">
              <a:avLst/>
            </a:prstGeom>
            <a:ln cap="rnd" w="9525">
              <a:solidFill>
                <a:srgbClr val="5fcbef">
                  <a:alpha val="70000"/>
                </a:srgbClr>
              </a:solidFill>
              <a:round/>
            </a:ln>
          </p:spPr>
        </p:cxnSp>
        <p:cxnSp>
          <p:nvCxnSpPr>
            <p:cNvPr id="288" name="Straight Connector 20"/>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289"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290"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291"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292"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293"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294"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295"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296"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grpSp>
      <p:sp>
        <p:nvSpPr>
          <p:cNvPr id="297" name="Date Placeholder 3" hidden="1"/>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D7FF9C96-C0BE-4C53-9E2F-463CE07AD1B8}" type="datetime1">
              <a:rPr b="0" lang="en-US" sz="1100" spc="-1" strike="noStrike">
                <a:solidFill>
                  <a:schemeClr val="accent2"/>
                </a:solidFill>
                <a:latin typeface="Trebuchet MS"/>
              </a:rPr>
              <a:t>09/07/2026</a:t>
            </a:fld>
            <a:endParaRPr b="0" lang="en-US" sz="1100" spc="-1" strike="noStrike">
              <a:solidFill>
                <a:srgbClr val="ffffff"/>
              </a:solidFill>
              <a:latin typeface="Arial"/>
            </a:endParaRPr>
          </a:p>
        </p:txBody>
      </p:sp>
      <p:sp>
        <p:nvSpPr>
          <p:cNvPr id="298" name="Footer Placeholder 4" hidden="1"/>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US" sz="1100" spc="-1" strike="noStrike">
              <a:solidFill>
                <a:srgbClr val="ffffff"/>
              </a:solidFill>
              <a:latin typeface="Arial"/>
            </a:endParaRPr>
          </a:p>
        </p:txBody>
      </p:sp>
      <p:sp>
        <p:nvSpPr>
          <p:cNvPr id="299" name="Slide Number Placeholder 5" hidden="1"/>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A0A26C92-C758-42F5-8C30-F7A920AEFE7F}" type="slidenum">
              <a:rPr b="0" lang="en-US" sz="1100" spc="-1" strike="noStrike">
                <a:solidFill>
                  <a:schemeClr val="accent4"/>
                </a:solidFill>
                <a:latin typeface="Trebuchet MS"/>
              </a:rPr>
              <a:t>&lt;number&gt;</a:t>
            </a:fld>
            <a:endParaRPr b="0" lang="en-US" sz="1100" spc="-1" strike="noStrike">
              <a:solidFill>
                <a:srgbClr val="ffffff"/>
              </a:solidFill>
              <a:latin typeface="Arial"/>
            </a:endParaRPr>
          </a:p>
        </p:txBody>
      </p:sp>
      <p:sp>
        <p:nvSpPr>
          <p:cNvPr id="300" name="PlaceHolder 1"/>
          <p:cNvSpPr>
            <a:spLocks noGrp="1"/>
          </p:cNvSpPr>
          <p:nvPr>
            <p:ph type="body"/>
          </p:nvPr>
        </p:nvSpPr>
        <p:spPr>
          <a:xfrm>
            <a:off x="0" y="0"/>
            <a:ext cx="12191760" cy="6857640"/>
          </a:xfrm>
          <a:prstGeom prst="rect">
            <a:avLst/>
          </a:prstGeom>
          <a:noFill/>
          <a:ln w="0">
            <a:noFill/>
          </a:ln>
        </p:spPr>
        <p:txBody>
          <a:bodyPr lIns="90000" rIns="90000" tIns="45000" bIns="45000" anchor="t">
            <a:noAutofit/>
          </a:bodyPr>
          <a:p>
            <a:pPr indent="0" defTabSz="457200">
              <a:lnSpc>
                <a:spcPct val="100000"/>
              </a:lnSpc>
              <a:buNone/>
            </a:pPr>
            <a:r>
              <a:rPr b="0" lang="en-US" sz="1800" spc="-1" strike="noStrike">
                <a:solidFill>
                  <a:schemeClr val="dk1"/>
                </a:solidFill>
                <a:latin typeface="Trebuchet MS"/>
              </a:rPr>
              <a:t>Click icon to add picture</a:t>
            </a:r>
            <a:endParaRPr b="0" lang="en-US" sz="1800" spc="-1" strike="noStrike">
              <a:solidFill>
                <a:schemeClr val="dk1">
                  <a:lumMod val="75000"/>
                  <a:lumOff val="25000"/>
                </a:schemeClr>
              </a:solidFill>
              <a:latin typeface="Trebuchet MS"/>
            </a:endParaRPr>
          </a:p>
        </p:txBody>
      </p:sp>
      <p:sp>
        <p:nvSpPr>
          <p:cNvPr id="301" name="Rectangle 1"/>
          <p:cNvSpPr/>
          <p:nvPr/>
        </p:nvSpPr>
        <p:spPr>
          <a:xfrm>
            <a:off x="3718440" y="1181160"/>
            <a:ext cx="4754520" cy="4495320"/>
          </a:xfrm>
          <a:prstGeom prst="rect">
            <a:avLst/>
          </a:prstGeom>
          <a:solidFill>
            <a:schemeClr val="accent5">
              <a:alpha val="40000"/>
            </a:schemeClr>
          </a:solidFill>
          <a:ln cap="rnd" w="60325">
            <a:solidFill>
              <a:srgbClr val="ffffff"/>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Trebuchet MS"/>
            </a:endParaRPr>
          </a:p>
        </p:txBody>
      </p:sp>
      <p:sp>
        <p:nvSpPr>
          <p:cNvPr id="302" name="PlaceHolder 2"/>
          <p:cNvSpPr>
            <a:spLocks noGrp="1"/>
          </p:cNvSpPr>
          <p:nvPr>
            <p:ph type="body"/>
          </p:nvPr>
        </p:nvSpPr>
        <p:spPr>
          <a:xfrm>
            <a:off x="4149000" y="4859640"/>
            <a:ext cx="3924720" cy="490320"/>
          </a:xfrm>
          <a:prstGeom prst="rect">
            <a:avLst/>
          </a:prstGeom>
          <a:noFill/>
          <a:ln w="0">
            <a:noFill/>
          </a:ln>
        </p:spPr>
        <p:txBody>
          <a:bodyPr lIns="91440" rIns="91440" tIns="45720" bIns="45720" anchor="t">
            <a:noAutofit/>
          </a:bodyPr>
          <a:p>
            <a:pPr marL="343080" indent="-343080" algn="r" defTabSz="457200">
              <a:lnSpc>
                <a:spcPct val="100000"/>
              </a:lnSpc>
              <a:spcBef>
                <a:spcPts val="1001"/>
              </a:spcBef>
              <a:buNone/>
              <a:tabLst>
                <a:tab algn="l" pos="0"/>
              </a:tabLst>
            </a:pPr>
            <a:r>
              <a:rPr b="1" lang="en-US" sz="2400" spc="-1" strike="noStrike">
                <a:solidFill>
                  <a:schemeClr val="accent4"/>
                </a:solidFill>
                <a:latin typeface="Calibri"/>
              </a:rPr>
              <a:t>Click to edit text</a:t>
            </a:r>
            <a:endParaRPr b="0" lang="en-US" sz="2400" spc="-1" strike="noStrike">
              <a:solidFill>
                <a:schemeClr val="dk1">
                  <a:lumMod val="75000"/>
                  <a:lumOff val="25000"/>
                </a:schemeClr>
              </a:solidFill>
              <a:latin typeface="Trebuchet MS"/>
            </a:endParaRPr>
          </a:p>
        </p:txBody>
      </p:sp>
      <p:sp>
        <p:nvSpPr>
          <p:cNvPr id="303" name="PlaceHolder 3"/>
          <p:cNvSpPr>
            <a:spLocks noGrp="1"/>
          </p:cNvSpPr>
          <p:nvPr>
            <p:ph type="title"/>
          </p:nvPr>
        </p:nvSpPr>
        <p:spPr>
          <a:xfrm>
            <a:off x="4149000" y="1529640"/>
            <a:ext cx="3924720" cy="1695240"/>
          </a:xfrm>
          <a:prstGeom prst="rect">
            <a:avLst/>
          </a:prstGeom>
          <a:noFill/>
          <a:ln w="0">
            <a:noFill/>
          </a:ln>
        </p:spPr>
        <p:txBody>
          <a:bodyPr lIns="91440" rIns="91440" tIns="45720" bIns="45720" anchor="t">
            <a:noAutofit/>
          </a:bodyPr>
          <a:p>
            <a:pPr indent="0" defTabSz="457200">
              <a:lnSpc>
                <a:spcPct val="100000"/>
              </a:lnSpc>
              <a:spcBef>
                <a:spcPts val="1001"/>
              </a:spcBef>
              <a:buNone/>
            </a:pPr>
            <a:r>
              <a:rPr b="1" lang="en-US" sz="4800" spc="-1" strike="noStrike">
                <a:solidFill>
                  <a:schemeClr val="lt1"/>
                </a:solidFill>
                <a:latin typeface="Trebuchet MS"/>
              </a:rPr>
              <a:t>Click to edit Master title style</a:t>
            </a:r>
            <a:endParaRPr b="0" lang="en-US" sz="4800" spc="-1" strike="noStrike">
              <a:solidFill>
                <a:schemeClr val="dk1"/>
              </a:solidFill>
              <a:latin typeface="Trebuchet MS"/>
            </a:endParaRPr>
          </a:p>
        </p:txBody>
      </p:sp>
    </p:spTree>
  </p:cSld>
  <p:clrMap bg1="lt1" bg2="lt2" tx1="dk1" tx2="dk2" accent1="accent1" accent2="accent2" accent3="accent3" accent4="accent4" accent5="accent5" accent6="accent6" hlink="hlink" folHlink="folHlink"/>
  <p:sldLayoutIdLst>
    <p:sldLayoutId id="2147483675"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304" name="Group 43"/>
          <p:cNvGrpSpPr/>
          <p:nvPr/>
        </p:nvGrpSpPr>
        <p:grpSpPr>
          <a:xfrm>
            <a:off x="0" y="-8640"/>
            <a:ext cx="12191760" cy="6866640"/>
            <a:chOff x="0" y="-8640"/>
            <a:chExt cx="12191760" cy="6866640"/>
          </a:xfrm>
        </p:grpSpPr>
        <p:cxnSp>
          <p:nvCxnSpPr>
            <p:cNvPr id="305" name="Straight Connector 19"/>
            <p:cNvCxnSpPr/>
            <p:nvPr/>
          </p:nvCxnSpPr>
          <p:spPr>
            <a:xfrm>
              <a:off x="9370800" y="0"/>
              <a:ext cx="1219680" cy="6858360"/>
            </a:xfrm>
            <a:prstGeom prst="straightConnector1">
              <a:avLst/>
            </a:prstGeom>
            <a:ln cap="rnd" w="9525">
              <a:solidFill>
                <a:srgbClr val="5fcbef">
                  <a:alpha val="70000"/>
                </a:srgbClr>
              </a:solidFill>
              <a:round/>
            </a:ln>
          </p:spPr>
        </p:cxnSp>
        <p:cxnSp>
          <p:nvCxnSpPr>
            <p:cNvPr id="306" name="Straight Connector 20"/>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307"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308"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309"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310"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311"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312"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313"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314"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grpSp>
      <p:sp>
        <p:nvSpPr>
          <p:cNvPr id="315"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45A9A3F7-7106-44C7-8BFC-6F50FF7DA2D3}" type="datetime1">
              <a:rPr b="0" lang="en-US" sz="1100" spc="-1" strike="noStrike">
                <a:solidFill>
                  <a:schemeClr val="accent2"/>
                </a:solidFill>
                <a:latin typeface="Trebuchet MS"/>
              </a:rPr>
              <a:t>09/07/2026</a:t>
            </a:fld>
            <a:endParaRPr b="0" lang="en-US" sz="1100" spc="-1" strike="noStrike">
              <a:solidFill>
                <a:srgbClr val="000000"/>
              </a:solidFill>
              <a:latin typeface="Arial"/>
            </a:endParaRPr>
          </a:p>
        </p:txBody>
      </p:sp>
      <p:sp>
        <p:nvSpPr>
          <p:cNvPr id="316"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US" sz="1100" spc="-1" strike="noStrike">
              <a:solidFill>
                <a:srgbClr val="000000"/>
              </a:solidFill>
              <a:latin typeface="Arial"/>
            </a:endParaRPr>
          </a:p>
        </p:txBody>
      </p:sp>
      <p:sp>
        <p:nvSpPr>
          <p:cNvPr id="317"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38BC66BC-485E-47AF-A4F3-FF9A1A1EB070}" type="slidenum">
              <a:rPr b="0" lang="en-US" sz="1100" spc="-1" strike="noStrike">
                <a:solidFill>
                  <a:schemeClr val="accent4"/>
                </a:solidFill>
                <a:latin typeface="Trebuchet MS"/>
              </a:rPr>
              <a:t>&lt;number&gt;</a:t>
            </a:fld>
            <a:endParaRPr b="0" lang="en-US" sz="1100" spc="-1" strike="noStrike">
              <a:solidFill>
                <a:srgbClr val="000000"/>
              </a:solidFill>
              <a:latin typeface="Arial"/>
            </a:endParaRPr>
          </a:p>
        </p:txBody>
      </p:sp>
      <p:sp>
        <p:nvSpPr>
          <p:cNvPr id="318" name="PlaceHolder 1"/>
          <p:cNvSpPr>
            <a:spLocks noGrp="1"/>
          </p:cNvSpPr>
          <p:nvPr>
            <p:ph type="title"/>
          </p:nvPr>
        </p:nvSpPr>
        <p:spPr>
          <a:xfrm>
            <a:off x="677160" y="2700720"/>
            <a:ext cx="8596440" cy="1826280"/>
          </a:xfrm>
          <a:prstGeom prst="rect">
            <a:avLst/>
          </a:prstGeom>
          <a:noFill/>
          <a:ln w="0">
            <a:noFill/>
          </a:ln>
        </p:spPr>
        <p:txBody>
          <a:bodyPr lIns="91440" rIns="91440" tIns="45720" bIns="45720" anchor="b">
            <a:noAutofit/>
          </a:bodyPr>
          <a:p>
            <a:pPr indent="0" defTabSz="457200">
              <a:lnSpc>
                <a:spcPct val="100000"/>
              </a:lnSpc>
              <a:buNone/>
            </a:pPr>
            <a:r>
              <a:rPr b="0" lang="en-US" sz="4000" spc="-1" strike="noStrike">
                <a:solidFill>
                  <a:schemeClr val="accent1"/>
                </a:solidFill>
                <a:latin typeface="Trebuchet MS"/>
              </a:rPr>
              <a:t>Click to edit Master title style</a:t>
            </a:r>
            <a:endParaRPr b="0" lang="en-US" sz="4000" spc="-1" strike="noStrike">
              <a:solidFill>
                <a:schemeClr val="dk1"/>
              </a:solidFill>
              <a:latin typeface="Trebuchet MS"/>
            </a:endParaRPr>
          </a:p>
        </p:txBody>
      </p:sp>
      <p:sp>
        <p:nvSpPr>
          <p:cNvPr id="319" name="PlaceHolder 2"/>
          <p:cNvSpPr>
            <a:spLocks noGrp="1"/>
          </p:cNvSpPr>
          <p:nvPr>
            <p:ph type="body"/>
          </p:nvPr>
        </p:nvSpPr>
        <p:spPr>
          <a:xfrm>
            <a:off x="677160" y="4527360"/>
            <a:ext cx="8596440" cy="86004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b="0" lang="en-US" sz="2000" spc="-1" strike="noStrike">
                <a:solidFill>
                  <a:schemeClr val="dk1">
                    <a:lumMod val="50000"/>
                    <a:lumOff val="50000"/>
                  </a:schemeClr>
                </a:solidFill>
                <a:latin typeface="Trebuchet MS"/>
              </a:rPr>
              <a:t>Click to edit Master text styles</a:t>
            </a:r>
            <a:endParaRPr b="0" lang="en-US" sz="2000" spc="-1" strike="noStrike">
              <a:solidFill>
                <a:schemeClr val="dk1">
                  <a:lumMod val="75000"/>
                  <a:lumOff val="25000"/>
                </a:schemeClr>
              </a:solidFill>
              <a:latin typeface="Trebuchet MS"/>
            </a:endParaRPr>
          </a:p>
        </p:txBody>
      </p:sp>
      <p:sp>
        <p:nvSpPr>
          <p:cNvPr id="320" name="PlaceHolder 3"/>
          <p:cNvSpPr>
            <a:spLocks noGrp="1"/>
          </p:cNvSpPr>
          <p:nvPr>
            <p:ph type="dt" idx="28"/>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Trebuchet MS"/>
              </a:defRPr>
            </a:lvl1pPr>
          </a:lstStyle>
          <a:p>
            <a:pPr indent="0" algn="r" defTabSz="457200">
              <a:lnSpc>
                <a:spcPct val="100000"/>
              </a:lnSpc>
              <a:buNone/>
            </a:pPr>
            <a:r>
              <a:rPr b="0" lang="en-US" sz="900" spc="-1" strike="noStrike">
                <a:solidFill>
                  <a:schemeClr val="dk1">
                    <a:tint val="75000"/>
                  </a:schemeClr>
                </a:solidFill>
                <a:latin typeface="Trebuchet MS"/>
              </a:rPr>
              <a:t>&lt;date/time&gt;</a:t>
            </a:r>
            <a:endParaRPr b="0" lang="en-US" sz="900" spc="-1" strike="noStrike">
              <a:solidFill>
                <a:srgbClr val="000000"/>
              </a:solidFill>
              <a:latin typeface="Times New Roman"/>
            </a:endParaRPr>
          </a:p>
        </p:txBody>
      </p:sp>
      <p:sp>
        <p:nvSpPr>
          <p:cNvPr id="321" name="PlaceHolder 4"/>
          <p:cNvSpPr>
            <a:spLocks noGrp="1"/>
          </p:cNvSpPr>
          <p:nvPr>
            <p:ph type="ftr" idx="29"/>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22" name="PlaceHolder 5"/>
          <p:cNvSpPr>
            <a:spLocks noGrp="1"/>
          </p:cNvSpPr>
          <p:nvPr>
            <p:ph type="sldNum" idx="30"/>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accent1"/>
                </a:solidFill>
                <a:latin typeface="Trebuchet MS"/>
              </a:defRPr>
            </a:lvl1pPr>
          </a:lstStyle>
          <a:p>
            <a:pPr indent="0" algn="r" defTabSz="457200">
              <a:lnSpc>
                <a:spcPct val="100000"/>
              </a:lnSpc>
              <a:buNone/>
            </a:pPr>
            <a:fld id="{C618608C-ED06-404D-99BF-9707A939F6CC}" type="slidenum">
              <a:rPr b="0" lang="en-US" sz="900" spc="-1" strike="noStrike">
                <a:solidFill>
                  <a:schemeClr val="accent1"/>
                </a:solidFill>
                <a:latin typeface="Trebuchet MS"/>
              </a:rPr>
              <a:t>&lt;number&gt;</a:t>
            </a:fld>
            <a:endParaRPr b="0" lang="en-U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7" r:id="rId2"/>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323" name="Group 43"/>
          <p:cNvGrpSpPr/>
          <p:nvPr/>
        </p:nvGrpSpPr>
        <p:grpSpPr>
          <a:xfrm>
            <a:off x="0" y="-8640"/>
            <a:ext cx="12191760" cy="6866640"/>
            <a:chOff x="0" y="-8640"/>
            <a:chExt cx="12191760" cy="6866640"/>
          </a:xfrm>
        </p:grpSpPr>
        <p:cxnSp>
          <p:nvCxnSpPr>
            <p:cNvPr id="324" name="Straight Connector 19"/>
            <p:cNvCxnSpPr/>
            <p:nvPr/>
          </p:nvCxnSpPr>
          <p:spPr>
            <a:xfrm>
              <a:off x="9370800" y="0"/>
              <a:ext cx="1219680" cy="6858360"/>
            </a:xfrm>
            <a:prstGeom prst="straightConnector1">
              <a:avLst/>
            </a:prstGeom>
            <a:ln cap="rnd" w="9525">
              <a:solidFill>
                <a:srgbClr val="5fcbef">
                  <a:alpha val="70000"/>
                </a:srgbClr>
              </a:solidFill>
              <a:round/>
            </a:ln>
          </p:spPr>
        </p:cxnSp>
        <p:cxnSp>
          <p:nvCxnSpPr>
            <p:cNvPr id="325" name="Straight Connector 20"/>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326"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327"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328"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329"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330"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331"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332"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333"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grpSp>
      <p:sp>
        <p:nvSpPr>
          <p:cNvPr id="334"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7F4809D7-9DFD-464E-BABB-9CFCE2E677BF}" type="datetime1">
              <a:rPr b="0" lang="en-US" sz="1100" spc="-1" strike="noStrike">
                <a:solidFill>
                  <a:schemeClr val="accent2"/>
                </a:solidFill>
                <a:latin typeface="Trebuchet MS"/>
              </a:rPr>
              <a:t>09/07/2026</a:t>
            </a:fld>
            <a:endParaRPr b="0" lang="en-US" sz="1100" spc="-1" strike="noStrike">
              <a:solidFill>
                <a:srgbClr val="000000"/>
              </a:solidFill>
              <a:latin typeface="Arial"/>
            </a:endParaRPr>
          </a:p>
        </p:txBody>
      </p:sp>
      <p:sp>
        <p:nvSpPr>
          <p:cNvPr id="335"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US" sz="1100" spc="-1" strike="noStrike">
              <a:solidFill>
                <a:srgbClr val="000000"/>
              </a:solidFill>
              <a:latin typeface="Arial"/>
            </a:endParaRPr>
          </a:p>
        </p:txBody>
      </p:sp>
      <p:sp>
        <p:nvSpPr>
          <p:cNvPr id="336"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8C0A718C-E83E-4455-B486-9100E0AF45FC}" type="slidenum">
              <a:rPr b="0" lang="en-US" sz="1100" spc="-1" strike="noStrike">
                <a:solidFill>
                  <a:schemeClr val="accent4"/>
                </a:solidFill>
                <a:latin typeface="Trebuchet MS"/>
              </a:rPr>
              <a:t>&lt;number&gt;</a:t>
            </a:fld>
            <a:endParaRPr b="0" lang="en-US" sz="1100" spc="-1" strike="noStrike">
              <a:solidFill>
                <a:srgbClr val="000000"/>
              </a:solidFill>
              <a:latin typeface="Arial"/>
            </a:endParaRPr>
          </a:p>
        </p:txBody>
      </p:sp>
      <p:sp>
        <p:nvSpPr>
          <p:cNvPr id="337" name="PlaceHolder 1"/>
          <p:cNvSpPr>
            <a:spLocks noGrp="1"/>
          </p:cNvSpPr>
          <p:nvPr>
            <p:ph type="title"/>
          </p:nvPr>
        </p:nvSpPr>
        <p:spPr>
          <a:xfrm>
            <a:off x="677160" y="609480"/>
            <a:ext cx="8596440" cy="132048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accent1"/>
                </a:solidFill>
                <a:latin typeface="Trebuchet MS"/>
              </a:rPr>
              <a:t>Click to edit Master title style</a:t>
            </a:r>
            <a:endParaRPr b="0" lang="en-US" sz="3600" spc="-1" strike="noStrike">
              <a:solidFill>
                <a:schemeClr val="dk1"/>
              </a:solidFill>
              <a:latin typeface="Trebuchet MS"/>
            </a:endParaRPr>
          </a:p>
        </p:txBody>
      </p:sp>
      <p:sp>
        <p:nvSpPr>
          <p:cNvPr id="338" name="PlaceHolder 2"/>
          <p:cNvSpPr>
            <a:spLocks noGrp="1"/>
          </p:cNvSpPr>
          <p:nvPr>
            <p:ph type="body"/>
          </p:nvPr>
        </p:nvSpPr>
        <p:spPr>
          <a:xfrm>
            <a:off x="677160" y="2160720"/>
            <a:ext cx="4183560" cy="388044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5fcbef"/>
              </a:buClr>
              <a:buSzPct val="80000"/>
              <a:buFont typeface="Wingdings 3" charset="2"/>
              <a:buChar char=""/>
            </a:pPr>
            <a:r>
              <a:rPr b="0" lang="en-US" sz="1800" spc="-1" strike="noStrike">
                <a:solidFill>
                  <a:schemeClr val="dk1">
                    <a:lumMod val="75000"/>
                    <a:lumOff val="25000"/>
                  </a:schemeClr>
                </a:solidFill>
                <a:latin typeface="Trebuchet MS"/>
              </a:rPr>
              <a:t>Click to edit Master text styles</a:t>
            </a:r>
            <a:endParaRPr b="0" lang="en-US" sz="1800" spc="-1" strike="noStrike">
              <a:solidFill>
                <a:schemeClr val="dk1">
                  <a:lumMod val="75000"/>
                  <a:lumOff val="25000"/>
                </a:schemeClr>
              </a:solidFill>
              <a:latin typeface="Trebuchet MS"/>
            </a:endParaRPr>
          </a:p>
          <a:p>
            <a:pPr lvl="1" marL="743040" indent="-285840" defTabSz="457200">
              <a:lnSpc>
                <a:spcPct val="100000"/>
              </a:lnSpc>
              <a:spcBef>
                <a:spcPts val="1001"/>
              </a:spcBef>
              <a:buClr>
                <a:srgbClr val="5fcbef"/>
              </a:buClr>
              <a:buSzPct val="80000"/>
              <a:buFont typeface="Wingdings 3" charset="2"/>
              <a:buChar char=""/>
            </a:pPr>
            <a:r>
              <a:rPr b="0" lang="en-US" sz="1600" spc="-1" strike="noStrike">
                <a:solidFill>
                  <a:schemeClr val="dk1">
                    <a:lumMod val="75000"/>
                    <a:lumOff val="25000"/>
                  </a:schemeClr>
                </a:solidFill>
                <a:latin typeface="Trebuchet MS"/>
              </a:rPr>
              <a:t>Second level</a:t>
            </a:r>
            <a:endParaRPr b="0" lang="en-US" sz="1600" spc="-1" strike="noStrike">
              <a:solidFill>
                <a:schemeClr val="dk1">
                  <a:lumMod val="75000"/>
                  <a:lumOff val="25000"/>
                </a:schemeClr>
              </a:solidFill>
              <a:latin typeface="Trebuchet MS"/>
            </a:endParaRPr>
          </a:p>
          <a:p>
            <a:pPr lvl="2" marL="1143000" indent="-228600" defTabSz="457200">
              <a:lnSpc>
                <a:spcPct val="100000"/>
              </a:lnSpc>
              <a:spcBef>
                <a:spcPts val="1001"/>
              </a:spcBef>
              <a:buClr>
                <a:srgbClr val="5fcbef"/>
              </a:buClr>
              <a:buSzPct val="80000"/>
              <a:buFont typeface="Wingdings 3" charset="2"/>
              <a:buChar char=""/>
            </a:pPr>
            <a:r>
              <a:rPr b="0" lang="en-US" sz="1400" spc="-1" strike="noStrike">
                <a:solidFill>
                  <a:schemeClr val="dk1">
                    <a:lumMod val="75000"/>
                    <a:lumOff val="25000"/>
                  </a:schemeClr>
                </a:solidFill>
                <a:latin typeface="Trebuchet MS"/>
              </a:rPr>
              <a:t>Third level</a:t>
            </a:r>
            <a:endParaRPr b="0" lang="en-US" sz="1400" spc="-1" strike="noStrike">
              <a:solidFill>
                <a:schemeClr val="dk1">
                  <a:lumMod val="75000"/>
                  <a:lumOff val="25000"/>
                </a:schemeClr>
              </a:solidFill>
              <a:latin typeface="Trebuchet MS"/>
            </a:endParaRPr>
          </a:p>
          <a:p>
            <a:pPr lvl="3" marL="1600200" indent="-228600" defTabSz="457200">
              <a:lnSpc>
                <a:spcPct val="100000"/>
              </a:lnSpc>
              <a:spcBef>
                <a:spcPts val="1001"/>
              </a:spcBef>
              <a:buClr>
                <a:srgbClr val="5fcbef"/>
              </a:buClr>
              <a:buSzPct val="80000"/>
              <a:buFont typeface="Wingdings 3" charset="2"/>
              <a:buChar char=""/>
            </a:pPr>
            <a:r>
              <a:rPr b="0" lang="en-US" sz="1200" spc="-1" strike="noStrike">
                <a:solidFill>
                  <a:schemeClr val="dk1">
                    <a:lumMod val="75000"/>
                    <a:lumOff val="25000"/>
                  </a:schemeClr>
                </a:solidFill>
                <a:latin typeface="Trebuchet MS"/>
              </a:rPr>
              <a:t>Fourth level</a:t>
            </a:r>
            <a:endParaRPr b="0" lang="en-US" sz="1200" spc="-1" strike="noStrike">
              <a:solidFill>
                <a:schemeClr val="dk1">
                  <a:lumMod val="75000"/>
                  <a:lumOff val="25000"/>
                </a:schemeClr>
              </a:solidFill>
              <a:latin typeface="Trebuchet MS"/>
            </a:endParaRPr>
          </a:p>
          <a:p>
            <a:pPr lvl="4" marL="2057400" indent="-228600" defTabSz="457200">
              <a:lnSpc>
                <a:spcPct val="100000"/>
              </a:lnSpc>
              <a:spcBef>
                <a:spcPts val="1001"/>
              </a:spcBef>
              <a:buClr>
                <a:srgbClr val="5fcbef"/>
              </a:buClr>
              <a:buSzPct val="80000"/>
              <a:buFont typeface="Wingdings 3" charset="2"/>
              <a:buChar char=""/>
            </a:pPr>
            <a:r>
              <a:rPr b="0" lang="en-US" sz="1200" spc="-1" strike="noStrike">
                <a:solidFill>
                  <a:schemeClr val="dk1">
                    <a:lumMod val="75000"/>
                    <a:lumOff val="25000"/>
                  </a:schemeClr>
                </a:solidFill>
                <a:latin typeface="Trebuchet MS"/>
              </a:rPr>
              <a:t>Fifth level</a:t>
            </a:r>
            <a:endParaRPr b="0" lang="en-US" sz="1200" spc="-1" strike="noStrike">
              <a:solidFill>
                <a:schemeClr val="dk1">
                  <a:lumMod val="75000"/>
                  <a:lumOff val="25000"/>
                </a:schemeClr>
              </a:solidFill>
              <a:latin typeface="Trebuchet MS"/>
            </a:endParaRPr>
          </a:p>
        </p:txBody>
      </p:sp>
      <p:sp>
        <p:nvSpPr>
          <p:cNvPr id="339" name="PlaceHolder 3"/>
          <p:cNvSpPr>
            <a:spLocks noGrp="1"/>
          </p:cNvSpPr>
          <p:nvPr>
            <p:ph type="body"/>
          </p:nvPr>
        </p:nvSpPr>
        <p:spPr>
          <a:xfrm>
            <a:off x="5090040" y="2160720"/>
            <a:ext cx="4183560" cy="388044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5fcbef"/>
              </a:buClr>
              <a:buSzPct val="80000"/>
              <a:buFont typeface="Wingdings 3" charset="2"/>
              <a:buChar char=""/>
            </a:pPr>
            <a:r>
              <a:rPr b="0" lang="en-US" sz="1800" spc="-1" strike="noStrike">
                <a:solidFill>
                  <a:schemeClr val="dk1">
                    <a:lumMod val="75000"/>
                    <a:lumOff val="25000"/>
                  </a:schemeClr>
                </a:solidFill>
                <a:latin typeface="Trebuchet MS"/>
              </a:rPr>
              <a:t>Click to edit Master text styles</a:t>
            </a:r>
            <a:endParaRPr b="0" lang="en-US" sz="1800" spc="-1" strike="noStrike">
              <a:solidFill>
                <a:schemeClr val="dk1">
                  <a:lumMod val="75000"/>
                  <a:lumOff val="25000"/>
                </a:schemeClr>
              </a:solidFill>
              <a:latin typeface="Trebuchet MS"/>
            </a:endParaRPr>
          </a:p>
          <a:p>
            <a:pPr lvl="1" marL="743040" indent="-285840" defTabSz="457200">
              <a:lnSpc>
                <a:spcPct val="100000"/>
              </a:lnSpc>
              <a:spcBef>
                <a:spcPts val="1001"/>
              </a:spcBef>
              <a:buClr>
                <a:srgbClr val="5fcbef"/>
              </a:buClr>
              <a:buSzPct val="80000"/>
              <a:buFont typeface="Wingdings 3" charset="2"/>
              <a:buChar char=""/>
            </a:pPr>
            <a:r>
              <a:rPr b="0" lang="en-US" sz="1600" spc="-1" strike="noStrike">
                <a:solidFill>
                  <a:schemeClr val="dk1">
                    <a:lumMod val="75000"/>
                    <a:lumOff val="25000"/>
                  </a:schemeClr>
                </a:solidFill>
                <a:latin typeface="Trebuchet MS"/>
              </a:rPr>
              <a:t>Second level</a:t>
            </a:r>
            <a:endParaRPr b="0" lang="en-US" sz="1600" spc="-1" strike="noStrike">
              <a:solidFill>
                <a:schemeClr val="dk1">
                  <a:lumMod val="75000"/>
                  <a:lumOff val="25000"/>
                </a:schemeClr>
              </a:solidFill>
              <a:latin typeface="Trebuchet MS"/>
            </a:endParaRPr>
          </a:p>
          <a:p>
            <a:pPr lvl="2" marL="1143000" indent="-228600" defTabSz="457200">
              <a:lnSpc>
                <a:spcPct val="100000"/>
              </a:lnSpc>
              <a:spcBef>
                <a:spcPts val="1001"/>
              </a:spcBef>
              <a:buClr>
                <a:srgbClr val="5fcbef"/>
              </a:buClr>
              <a:buSzPct val="80000"/>
              <a:buFont typeface="Wingdings 3" charset="2"/>
              <a:buChar char=""/>
            </a:pPr>
            <a:r>
              <a:rPr b="0" lang="en-US" sz="1400" spc="-1" strike="noStrike">
                <a:solidFill>
                  <a:schemeClr val="dk1">
                    <a:lumMod val="75000"/>
                    <a:lumOff val="25000"/>
                  </a:schemeClr>
                </a:solidFill>
                <a:latin typeface="Trebuchet MS"/>
              </a:rPr>
              <a:t>Third level</a:t>
            </a:r>
            <a:endParaRPr b="0" lang="en-US" sz="1400" spc="-1" strike="noStrike">
              <a:solidFill>
                <a:schemeClr val="dk1">
                  <a:lumMod val="75000"/>
                  <a:lumOff val="25000"/>
                </a:schemeClr>
              </a:solidFill>
              <a:latin typeface="Trebuchet MS"/>
            </a:endParaRPr>
          </a:p>
          <a:p>
            <a:pPr lvl="3" marL="1600200" indent="-228600" defTabSz="457200">
              <a:lnSpc>
                <a:spcPct val="100000"/>
              </a:lnSpc>
              <a:spcBef>
                <a:spcPts val="1001"/>
              </a:spcBef>
              <a:buClr>
                <a:srgbClr val="5fcbef"/>
              </a:buClr>
              <a:buSzPct val="80000"/>
              <a:buFont typeface="Wingdings 3" charset="2"/>
              <a:buChar char=""/>
            </a:pPr>
            <a:r>
              <a:rPr b="0" lang="en-US" sz="1200" spc="-1" strike="noStrike">
                <a:solidFill>
                  <a:schemeClr val="dk1">
                    <a:lumMod val="75000"/>
                    <a:lumOff val="25000"/>
                  </a:schemeClr>
                </a:solidFill>
                <a:latin typeface="Trebuchet MS"/>
              </a:rPr>
              <a:t>Fourth level</a:t>
            </a:r>
            <a:endParaRPr b="0" lang="en-US" sz="1200" spc="-1" strike="noStrike">
              <a:solidFill>
                <a:schemeClr val="dk1">
                  <a:lumMod val="75000"/>
                  <a:lumOff val="25000"/>
                </a:schemeClr>
              </a:solidFill>
              <a:latin typeface="Trebuchet MS"/>
            </a:endParaRPr>
          </a:p>
          <a:p>
            <a:pPr lvl="4" marL="2057400" indent="-228600" defTabSz="457200">
              <a:lnSpc>
                <a:spcPct val="100000"/>
              </a:lnSpc>
              <a:spcBef>
                <a:spcPts val="1001"/>
              </a:spcBef>
              <a:buClr>
                <a:srgbClr val="5fcbef"/>
              </a:buClr>
              <a:buSzPct val="80000"/>
              <a:buFont typeface="Wingdings 3" charset="2"/>
              <a:buChar char=""/>
            </a:pPr>
            <a:r>
              <a:rPr b="0" lang="en-US" sz="1200" spc="-1" strike="noStrike">
                <a:solidFill>
                  <a:schemeClr val="dk1">
                    <a:lumMod val="75000"/>
                    <a:lumOff val="25000"/>
                  </a:schemeClr>
                </a:solidFill>
                <a:latin typeface="Trebuchet MS"/>
              </a:rPr>
              <a:t>Fifth level</a:t>
            </a:r>
            <a:endParaRPr b="0" lang="en-US" sz="1200" spc="-1" strike="noStrike">
              <a:solidFill>
                <a:schemeClr val="dk1">
                  <a:lumMod val="75000"/>
                  <a:lumOff val="25000"/>
                </a:schemeClr>
              </a:solidFill>
              <a:latin typeface="Trebuchet MS"/>
            </a:endParaRPr>
          </a:p>
        </p:txBody>
      </p:sp>
      <p:sp>
        <p:nvSpPr>
          <p:cNvPr id="340" name="PlaceHolder 4"/>
          <p:cNvSpPr>
            <a:spLocks noGrp="1"/>
          </p:cNvSpPr>
          <p:nvPr>
            <p:ph type="dt" idx="31"/>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Trebuchet MS"/>
              </a:defRPr>
            </a:lvl1pPr>
          </a:lstStyle>
          <a:p>
            <a:pPr indent="0" algn="r" defTabSz="457200">
              <a:lnSpc>
                <a:spcPct val="100000"/>
              </a:lnSpc>
              <a:buNone/>
            </a:pPr>
            <a:r>
              <a:rPr b="0" lang="en-US" sz="900" spc="-1" strike="noStrike">
                <a:solidFill>
                  <a:schemeClr val="dk1">
                    <a:tint val="75000"/>
                  </a:schemeClr>
                </a:solidFill>
                <a:latin typeface="Trebuchet MS"/>
              </a:rPr>
              <a:t>&lt;date/time&gt;</a:t>
            </a:r>
            <a:endParaRPr b="0" lang="en-US" sz="900" spc="-1" strike="noStrike">
              <a:solidFill>
                <a:srgbClr val="000000"/>
              </a:solidFill>
              <a:latin typeface="Times New Roman"/>
            </a:endParaRPr>
          </a:p>
        </p:txBody>
      </p:sp>
      <p:sp>
        <p:nvSpPr>
          <p:cNvPr id="341" name="PlaceHolder 5"/>
          <p:cNvSpPr>
            <a:spLocks noGrp="1"/>
          </p:cNvSpPr>
          <p:nvPr>
            <p:ph type="ftr" idx="32"/>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42" name="PlaceHolder 6"/>
          <p:cNvSpPr>
            <a:spLocks noGrp="1"/>
          </p:cNvSpPr>
          <p:nvPr>
            <p:ph type="sldNum" idx="33"/>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accent1"/>
                </a:solidFill>
                <a:latin typeface="Trebuchet MS"/>
              </a:defRPr>
            </a:lvl1pPr>
          </a:lstStyle>
          <a:p>
            <a:pPr indent="0" algn="r" defTabSz="457200">
              <a:lnSpc>
                <a:spcPct val="100000"/>
              </a:lnSpc>
              <a:buNone/>
            </a:pPr>
            <a:fld id="{C91D8C0E-600A-4F94-A89F-6290B4863A42}" type="slidenum">
              <a:rPr b="0" lang="en-US" sz="900" spc="-1" strike="noStrike">
                <a:solidFill>
                  <a:schemeClr val="accent1"/>
                </a:solidFill>
                <a:latin typeface="Trebuchet MS"/>
              </a:rPr>
              <a:t>&lt;number&gt;</a:t>
            </a:fld>
            <a:endParaRPr b="0" lang="en-U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9"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346" name="Group 43"/>
          <p:cNvGrpSpPr/>
          <p:nvPr/>
        </p:nvGrpSpPr>
        <p:grpSpPr>
          <a:xfrm>
            <a:off x="0" y="-8640"/>
            <a:ext cx="12191760" cy="6866640"/>
            <a:chOff x="0" y="-8640"/>
            <a:chExt cx="12191760" cy="6866640"/>
          </a:xfrm>
        </p:grpSpPr>
        <p:cxnSp>
          <p:nvCxnSpPr>
            <p:cNvPr id="347" name="Straight Connector 19"/>
            <p:cNvCxnSpPr/>
            <p:nvPr/>
          </p:nvCxnSpPr>
          <p:spPr>
            <a:xfrm>
              <a:off x="9370800" y="0"/>
              <a:ext cx="1219680" cy="6858360"/>
            </a:xfrm>
            <a:prstGeom prst="straightConnector1">
              <a:avLst/>
            </a:prstGeom>
            <a:ln cap="rnd" w="9525">
              <a:solidFill>
                <a:srgbClr val="5fcbef">
                  <a:alpha val="70000"/>
                </a:srgbClr>
              </a:solidFill>
              <a:round/>
            </a:ln>
          </p:spPr>
        </p:cxnSp>
        <p:cxnSp>
          <p:nvCxnSpPr>
            <p:cNvPr id="348" name="Straight Connector 20"/>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349"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350"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351"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352"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353"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354"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355"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356"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grpSp>
      <p:sp>
        <p:nvSpPr>
          <p:cNvPr id="357"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A3B87D19-8B83-4271-8BB3-6E1EDF3DCA07}" type="datetime1">
              <a:rPr b="0" lang="en-US" sz="1100" spc="-1" strike="noStrike">
                <a:solidFill>
                  <a:schemeClr val="accent2"/>
                </a:solidFill>
                <a:latin typeface="Trebuchet MS"/>
              </a:rPr>
              <a:t>09/07/2026</a:t>
            </a:fld>
            <a:endParaRPr b="0" lang="en-US" sz="1100" spc="-1" strike="noStrike">
              <a:solidFill>
                <a:srgbClr val="000000"/>
              </a:solidFill>
              <a:latin typeface="Arial"/>
            </a:endParaRPr>
          </a:p>
        </p:txBody>
      </p:sp>
      <p:sp>
        <p:nvSpPr>
          <p:cNvPr id="358"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US" sz="1100" spc="-1" strike="noStrike">
              <a:solidFill>
                <a:srgbClr val="000000"/>
              </a:solidFill>
              <a:latin typeface="Arial"/>
            </a:endParaRPr>
          </a:p>
        </p:txBody>
      </p:sp>
      <p:sp>
        <p:nvSpPr>
          <p:cNvPr id="359"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5A6B10C6-AE78-41B0-9F5A-869EAE0B27FC}" type="slidenum">
              <a:rPr b="0" lang="en-US" sz="1100" spc="-1" strike="noStrike">
                <a:solidFill>
                  <a:schemeClr val="accent4"/>
                </a:solidFill>
                <a:latin typeface="Trebuchet MS"/>
              </a:rPr>
              <a:t>&lt;number&gt;</a:t>
            </a:fld>
            <a:endParaRPr b="0" lang="en-US" sz="1100" spc="-1" strike="noStrike">
              <a:solidFill>
                <a:srgbClr val="000000"/>
              </a:solidFill>
              <a:latin typeface="Arial"/>
            </a:endParaRPr>
          </a:p>
        </p:txBody>
      </p:sp>
      <p:sp>
        <p:nvSpPr>
          <p:cNvPr id="360" name="PlaceHolder 1"/>
          <p:cNvSpPr>
            <a:spLocks noGrp="1"/>
          </p:cNvSpPr>
          <p:nvPr>
            <p:ph type="title"/>
          </p:nvPr>
        </p:nvSpPr>
        <p:spPr>
          <a:xfrm>
            <a:off x="677160" y="609480"/>
            <a:ext cx="8596440" cy="132048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accent1"/>
                </a:solidFill>
                <a:latin typeface="Trebuchet MS"/>
              </a:rPr>
              <a:t>Click to edit Master title style</a:t>
            </a:r>
            <a:endParaRPr b="0" lang="en-US" sz="3600" spc="-1" strike="noStrike">
              <a:solidFill>
                <a:schemeClr val="dk1"/>
              </a:solidFill>
              <a:latin typeface="Trebuchet MS"/>
            </a:endParaRPr>
          </a:p>
        </p:txBody>
      </p:sp>
      <p:sp>
        <p:nvSpPr>
          <p:cNvPr id="361" name="PlaceHolder 2"/>
          <p:cNvSpPr>
            <a:spLocks noGrp="1"/>
          </p:cNvSpPr>
          <p:nvPr>
            <p:ph type="body"/>
          </p:nvPr>
        </p:nvSpPr>
        <p:spPr>
          <a:xfrm>
            <a:off x="675720" y="2161080"/>
            <a:ext cx="4185360" cy="57600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b="0" lang="en-US" sz="2400" spc="-1" strike="noStrike">
                <a:solidFill>
                  <a:schemeClr val="dk1">
                    <a:lumMod val="75000"/>
                    <a:lumOff val="25000"/>
                  </a:schemeClr>
                </a:solidFill>
                <a:latin typeface="Trebuchet MS"/>
              </a:rPr>
              <a:t>Click to edit Master text styles</a:t>
            </a:r>
            <a:endParaRPr b="0" lang="en-US" sz="2400" spc="-1" strike="noStrike">
              <a:solidFill>
                <a:schemeClr val="dk1">
                  <a:lumMod val="75000"/>
                  <a:lumOff val="25000"/>
                </a:schemeClr>
              </a:solidFill>
              <a:latin typeface="Trebuchet MS"/>
            </a:endParaRPr>
          </a:p>
        </p:txBody>
      </p:sp>
      <p:sp>
        <p:nvSpPr>
          <p:cNvPr id="362" name="PlaceHolder 3"/>
          <p:cNvSpPr>
            <a:spLocks noGrp="1"/>
          </p:cNvSpPr>
          <p:nvPr>
            <p:ph type="body"/>
          </p:nvPr>
        </p:nvSpPr>
        <p:spPr>
          <a:xfrm>
            <a:off x="675720" y="2737080"/>
            <a:ext cx="4185360" cy="330372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5fcbef"/>
              </a:buClr>
              <a:buSzPct val="80000"/>
              <a:buFont typeface="Wingdings 3" charset="2"/>
              <a:buChar char=""/>
            </a:pPr>
            <a:r>
              <a:rPr b="0" lang="en-US" sz="1800" spc="-1" strike="noStrike">
                <a:solidFill>
                  <a:schemeClr val="dk1">
                    <a:lumMod val="75000"/>
                    <a:lumOff val="25000"/>
                  </a:schemeClr>
                </a:solidFill>
                <a:latin typeface="Trebuchet MS"/>
              </a:rPr>
              <a:t>Click to edit Master text styles</a:t>
            </a:r>
            <a:endParaRPr b="0" lang="en-US" sz="1800" spc="-1" strike="noStrike">
              <a:solidFill>
                <a:schemeClr val="dk1">
                  <a:lumMod val="75000"/>
                  <a:lumOff val="25000"/>
                </a:schemeClr>
              </a:solidFill>
              <a:latin typeface="Trebuchet MS"/>
            </a:endParaRPr>
          </a:p>
          <a:p>
            <a:pPr lvl="1" marL="743040" indent="-285840" defTabSz="457200">
              <a:lnSpc>
                <a:spcPct val="100000"/>
              </a:lnSpc>
              <a:spcBef>
                <a:spcPts val="1001"/>
              </a:spcBef>
              <a:buClr>
                <a:srgbClr val="5fcbef"/>
              </a:buClr>
              <a:buSzPct val="80000"/>
              <a:buFont typeface="Wingdings 3" charset="2"/>
              <a:buChar char=""/>
            </a:pPr>
            <a:r>
              <a:rPr b="0" lang="en-US" sz="1600" spc="-1" strike="noStrike">
                <a:solidFill>
                  <a:schemeClr val="dk1">
                    <a:lumMod val="75000"/>
                    <a:lumOff val="25000"/>
                  </a:schemeClr>
                </a:solidFill>
                <a:latin typeface="Trebuchet MS"/>
              </a:rPr>
              <a:t>Second level</a:t>
            </a:r>
            <a:endParaRPr b="0" lang="en-US" sz="1600" spc="-1" strike="noStrike">
              <a:solidFill>
                <a:schemeClr val="dk1">
                  <a:lumMod val="75000"/>
                  <a:lumOff val="25000"/>
                </a:schemeClr>
              </a:solidFill>
              <a:latin typeface="Trebuchet MS"/>
            </a:endParaRPr>
          </a:p>
          <a:p>
            <a:pPr lvl="2" marL="1143000" indent="-228600" defTabSz="457200">
              <a:lnSpc>
                <a:spcPct val="100000"/>
              </a:lnSpc>
              <a:spcBef>
                <a:spcPts val="1001"/>
              </a:spcBef>
              <a:buClr>
                <a:srgbClr val="5fcbef"/>
              </a:buClr>
              <a:buSzPct val="80000"/>
              <a:buFont typeface="Wingdings 3" charset="2"/>
              <a:buChar char=""/>
            </a:pPr>
            <a:r>
              <a:rPr b="0" lang="en-US" sz="1400" spc="-1" strike="noStrike">
                <a:solidFill>
                  <a:schemeClr val="dk1">
                    <a:lumMod val="75000"/>
                    <a:lumOff val="25000"/>
                  </a:schemeClr>
                </a:solidFill>
                <a:latin typeface="Trebuchet MS"/>
              </a:rPr>
              <a:t>Third level</a:t>
            </a:r>
            <a:endParaRPr b="0" lang="en-US" sz="1400" spc="-1" strike="noStrike">
              <a:solidFill>
                <a:schemeClr val="dk1">
                  <a:lumMod val="75000"/>
                  <a:lumOff val="25000"/>
                </a:schemeClr>
              </a:solidFill>
              <a:latin typeface="Trebuchet MS"/>
            </a:endParaRPr>
          </a:p>
          <a:p>
            <a:pPr lvl="3" marL="1600200" indent="-228600" defTabSz="457200">
              <a:lnSpc>
                <a:spcPct val="100000"/>
              </a:lnSpc>
              <a:spcBef>
                <a:spcPts val="1001"/>
              </a:spcBef>
              <a:buClr>
                <a:srgbClr val="5fcbef"/>
              </a:buClr>
              <a:buSzPct val="80000"/>
              <a:buFont typeface="Wingdings 3" charset="2"/>
              <a:buChar char=""/>
            </a:pPr>
            <a:r>
              <a:rPr b="0" lang="en-US" sz="1200" spc="-1" strike="noStrike">
                <a:solidFill>
                  <a:schemeClr val="dk1">
                    <a:lumMod val="75000"/>
                    <a:lumOff val="25000"/>
                  </a:schemeClr>
                </a:solidFill>
                <a:latin typeface="Trebuchet MS"/>
              </a:rPr>
              <a:t>Fourth level</a:t>
            </a:r>
            <a:endParaRPr b="0" lang="en-US" sz="1200" spc="-1" strike="noStrike">
              <a:solidFill>
                <a:schemeClr val="dk1">
                  <a:lumMod val="75000"/>
                  <a:lumOff val="25000"/>
                </a:schemeClr>
              </a:solidFill>
              <a:latin typeface="Trebuchet MS"/>
            </a:endParaRPr>
          </a:p>
          <a:p>
            <a:pPr lvl="4" marL="2057400" indent="-228600" defTabSz="457200">
              <a:lnSpc>
                <a:spcPct val="100000"/>
              </a:lnSpc>
              <a:spcBef>
                <a:spcPts val="1001"/>
              </a:spcBef>
              <a:buClr>
                <a:srgbClr val="5fcbef"/>
              </a:buClr>
              <a:buSzPct val="80000"/>
              <a:buFont typeface="Wingdings 3" charset="2"/>
              <a:buChar char=""/>
            </a:pPr>
            <a:r>
              <a:rPr b="0" lang="en-US" sz="1200" spc="-1" strike="noStrike">
                <a:solidFill>
                  <a:schemeClr val="dk1">
                    <a:lumMod val="75000"/>
                    <a:lumOff val="25000"/>
                  </a:schemeClr>
                </a:solidFill>
                <a:latin typeface="Trebuchet MS"/>
              </a:rPr>
              <a:t>Fifth level</a:t>
            </a:r>
            <a:endParaRPr b="0" lang="en-US" sz="1200" spc="-1" strike="noStrike">
              <a:solidFill>
                <a:schemeClr val="dk1">
                  <a:lumMod val="75000"/>
                  <a:lumOff val="25000"/>
                </a:schemeClr>
              </a:solidFill>
              <a:latin typeface="Trebuchet MS"/>
            </a:endParaRPr>
          </a:p>
        </p:txBody>
      </p:sp>
      <p:sp>
        <p:nvSpPr>
          <p:cNvPr id="363" name="PlaceHolder 4"/>
          <p:cNvSpPr>
            <a:spLocks noGrp="1"/>
          </p:cNvSpPr>
          <p:nvPr>
            <p:ph type="body"/>
          </p:nvPr>
        </p:nvSpPr>
        <p:spPr>
          <a:xfrm>
            <a:off x="5088240" y="2161080"/>
            <a:ext cx="4185360" cy="57600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b="0" lang="en-US" sz="2400" spc="-1" strike="noStrike">
                <a:solidFill>
                  <a:schemeClr val="dk1">
                    <a:lumMod val="75000"/>
                    <a:lumOff val="25000"/>
                  </a:schemeClr>
                </a:solidFill>
                <a:latin typeface="Trebuchet MS"/>
              </a:rPr>
              <a:t>Click to edit Master text styles</a:t>
            </a:r>
            <a:endParaRPr b="0" lang="en-US" sz="2400" spc="-1" strike="noStrike">
              <a:solidFill>
                <a:schemeClr val="dk1">
                  <a:lumMod val="75000"/>
                  <a:lumOff val="25000"/>
                </a:schemeClr>
              </a:solidFill>
              <a:latin typeface="Trebuchet MS"/>
            </a:endParaRPr>
          </a:p>
        </p:txBody>
      </p:sp>
      <p:sp>
        <p:nvSpPr>
          <p:cNvPr id="364" name="PlaceHolder 5"/>
          <p:cNvSpPr>
            <a:spLocks noGrp="1"/>
          </p:cNvSpPr>
          <p:nvPr>
            <p:ph type="body"/>
          </p:nvPr>
        </p:nvSpPr>
        <p:spPr>
          <a:xfrm>
            <a:off x="5088240" y="2737080"/>
            <a:ext cx="4185360" cy="330372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5fcbef"/>
              </a:buClr>
              <a:buSzPct val="80000"/>
              <a:buFont typeface="Wingdings 3" charset="2"/>
              <a:buChar char=""/>
            </a:pPr>
            <a:r>
              <a:rPr b="0" lang="en-US" sz="1800" spc="-1" strike="noStrike">
                <a:solidFill>
                  <a:schemeClr val="dk1">
                    <a:lumMod val="75000"/>
                    <a:lumOff val="25000"/>
                  </a:schemeClr>
                </a:solidFill>
                <a:latin typeface="Trebuchet MS"/>
              </a:rPr>
              <a:t>Click to edit Master text styles</a:t>
            </a:r>
            <a:endParaRPr b="0" lang="en-US" sz="1800" spc="-1" strike="noStrike">
              <a:solidFill>
                <a:schemeClr val="dk1">
                  <a:lumMod val="75000"/>
                  <a:lumOff val="25000"/>
                </a:schemeClr>
              </a:solidFill>
              <a:latin typeface="Trebuchet MS"/>
            </a:endParaRPr>
          </a:p>
          <a:p>
            <a:pPr lvl="1" marL="743040" indent="-285840" defTabSz="457200">
              <a:lnSpc>
                <a:spcPct val="100000"/>
              </a:lnSpc>
              <a:spcBef>
                <a:spcPts val="1001"/>
              </a:spcBef>
              <a:buClr>
                <a:srgbClr val="5fcbef"/>
              </a:buClr>
              <a:buSzPct val="80000"/>
              <a:buFont typeface="Wingdings 3" charset="2"/>
              <a:buChar char=""/>
            </a:pPr>
            <a:r>
              <a:rPr b="0" lang="en-US" sz="1600" spc="-1" strike="noStrike">
                <a:solidFill>
                  <a:schemeClr val="dk1">
                    <a:lumMod val="75000"/>
                    <a:lumOff val="25000"/>
                  </a:schemeClr>
                </a:solidFill>
                <a:latin typeface="Trebuchet MS"/>
              </a:rPr>
              <a:t>Second level</a:t>
            </a:r>
            <a:endParaRPr b="0" lang="en-US" sz="1600" spc="-1" strike="noStrike">
              <a:solidFill>
                <a:schemeClr val="dk1">
                  <a:lumMod val="75000"/>
                  <a:lumOff val="25000"/>
                </a:schemeClr>
              </a:solidFill>
              <a:latin typeface="Trebuchet MS"/>
            </a:endParaRPr>
          </a:p>
          <a:p>
            <a:pPr lvl="2" marL="1143000" indent="-228600" defTabSz="457200">
              <a:lnSpc>
                <a:spcPct val="100000"/>
              </a:lnSpc>
              <a:spcBef>
                <a:spcPts val="1001"/>
              </a:spcBef>
              <a:buClr>
                <a:srgbClr val="5fcbef"/>
              </a:buClr>
              <a:buSzPct val="80000"/>
              <a:buFont typeface="Wingdings 3" charset="2"/>
              <a:buChar char=""/>
            </a:pPr>
            <a:r>
              <a:rPr b="0" lang="en-US" sz="1400" spc="-1" strike="noStrike">
                <a:solidFill>
                  <a:schemeClr val="dk1">
                    <a:lumMod val="75000"/>
                    <a:lumOff val="25000"/>
                  </a:schemeClr>
                </a:solidFill>
                <a:latin typeface="Trebuchet MS"/>
              </a:rPr>
              <a:t>Third level</a:t>
            </a:r>
            <a:endParaRPr b="0" lang="en-US" sz="1400" spc="-1" strike="noStrike">
              <a:solidFill>
                <a:schemeClr val="dk1">
                  <a:lumMod val="75000"/>
                  <a:lumOff val="25000"/>
                </a:schemeClr>
              </a:solidFill>
              <a:latin typeface="Trebuchet MS"/>
            </a:endParaRPr>
          </a:p>
          <a:p>
            <a:pPr lvl="3" marL="1600200" indent="-228600" defTabSz="457200">
              <a:lnSpc>
                <a:spcPct val="100000"/>
              </a:lnSpc>
              <a:spcBef>
                <a:spcPts val="1001"/>
              </a:spcBef>
              <a:buClr>
                <a:srgbClr val="5fcbef"/>
              </a:buClr>
              <a:buSzPct val="80000"/>
              <a:buFont typeface="Wingdings 3" charset="2"/>
              <a:buChar char=""/>
            </a:pPr>
            <a:r>
              <a:rPr b="0" lang="en-US" sz="1200" spc="-1" strike="noStrike">
                <a:solidFill>
                  <a:schemeClr val="dk1">
                    <a:lumMod val="75000"/>
                    <a:lumOff val="25000"/>
                  </a:schemeClr>
                </a:solidFill>
                <a:latin typeface="Trebuchet MS"/>
              </a:rPr>
              <a:t>Fourth level</a:t>
            </a:r>
            <a:endParaRPr b="0" lang="en-US" sz="1200" spc="-1" strike="noStrike">
              <a:solidFill>
                <a:schemeClr val="dk1">
                  <a:lumMod val="75000"/>
                  <a:lumOff val="25000"/>
                </a:schemeClr>
              </a:solidFill>
              <a:latin typeface="Trebuchet MS"/>
            </a:endParaRPr>
          </a:p>
          <a:p>
            <a:pPr lvl="4" marL="2057400" indent="-228600" defTabSz="457200">
              <a:lnSpc>
                <a:spcPct val="100000"/>
              </a:lnSpc>
              <a:spcBef>
                <a:spcPts val="1001"/>
              </a:spcBef>
              <a:buClr>
                <a:srgbClr val="5fcbef"/>
              </a:buClr>
              <a:buSzPct val="80000"/>
              <a:buFont typeface="Wingdings 3" charset="2"/>
              <a:buChar char=""/>
            </a:pPr>
            <a:r>
              <a:rPr b="0" lang="en-US" sz="1200" spc="-1" strike="noStrike">
                <a:solidFill>
                  <a:schemeClr val="dk1">
                    <a:lumMod val="75000"/>
                    <a:lumOff val="25000"/>
                  </a:schemeClr>
                </a:solidFill>
                <a:latin typeface="Trebuchet MS"/>
              </a:rPr>
              <a:t>Fifth level</a:t>
            </a:r>
            <a:endParaRPr b="0" lang="en-US" sz="1200" spc="-1" strike="noStrike">
              <a:solidFill>
                <a:schemeClr val="dk1">
                  <a:lumMod val="75000"/>
                  <a:lumOff val="25000"/>
                </a:schemeClr>
              </a:solidFill>
              <a:latin typeface="Trebuchet MS"/>
            </a:endParaRPr>
          </a:p>
        </p:txBody>
      </p:sp>
      <p:sp>
        <p:nvSpPr>
          <p:cNvPr id="365" name="PlaceHolder 6"/>
          <p:cNvSpPr>
            <a:spLocks noGrp="1"/>
          </p:cNvSpPr>
          <p:nvPr>
            <p:ph type="dt" idx="34"/>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Trebuchet MS"/>
              </a:defRPr>
            </a:lvl1pPr>
          </a:lstStyle>
          <a:p>
            <a:pPr indent="0" algn="r" defTabSz="457200">
              <a:lnSpc>
                <a:spcPct val="100000"/>
              </a:lnSpc>
              <a:buNone/>
            </a:pPr>
            <a:r>
              <a:rPr b="0" lang="en-US" sz="900" spc="-1" strike="noStrike">
                <a:solidFill>
                  <a:schemeClr val="dk1">
                    <a:tint val="75000"/>
                  </a:schemeClr>
                </a:solidFill>
                <a:latin typeface="Trebuchet MS"/>
              </a:rPr>
              <a:t>&lt;date/time&gt;</a:t>
            </a:r>
            <a:endParaRPr b="0" lang="en-US" sz="900" spc="-1" strike="noStrike">
              <a:solidFill>
                <a:srgbClr val="000000"/>
              </a:solidFill>
              <a:latin typeface="Times New Roman"/>
            </a:endParaRPr>
          </a:p>
        </p:txBody>
      </p:sp>
      <p:sp>
        <p:nvSpPr>
          <p:cNvPr id="366" name="PlaceHolder 7"/>
          <p:cNvSpPr>
            <a:spLocks noGrp="1"/>
          </p:cNvSpPr>
          <p:nvPr>
            <p:ph type="ftr" idx="35"/>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67" name="PlaceHolder 8"/>
          <p:cNvSpPr>
            <a:spLocks noGrp="1"/>
          </p:cNvSpPr>
          <p:nvPr>
            <p:ph type="sldNum" idx="36"/>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accent1"/>
                </a:solidFill>
                <a:latin typeface="Trebuchet MS"/>
              </a:defRPr>
            </a:lvl1pPr>
          </a:lstStyle>
          <a:p>
            <a:pPr indent="0" algn="r" defTabSz="457200">
              <a:lnSpc>
                <a:spcPct val="100000"/>
              </a:lnSpc>
              <a:buNone/>
            </a:pPr>
            <a:fld id="{29EE5072-8A97-4628-B86A-A120EEEA6EEC}" type="slidenum">
              <a:rPr b="0" lang="en-US" sz="900" spc="-1" strike="noStrike">
                <a:solidFill>
                  <a:schemeClr val="accent1"/>
                </a:solidFill>
                <a:latin typeface="Trebuchet MS"/>
              </a:rPr>
              <a:t>&lt;number&gt;</a:t>
            </a:fld>
            <a:endParaRPr b="0" lang="en-U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1" r:id="rId2"/>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368" name="Group 43"/>
          <p:cNvGrpSpPr/>
          <p:nvPr/>
        </p:nvGrpSpPr>
        <p:grpSpPr>
          <a:xfrm>
            <a:off x="0" y="-8640"/>
            <a:ext cx="12191760" cy="6866640"/>
            <a:chOff x="0" y="-8640"/>
            <a:chExt cx="12191760" cy="6866640"/>
          </a:xfrm>
        </p:grpSpPr>
        <p:cxnSp>
          <p:nvCxnSpPr>
            <p:cNvPr id="369" name="Straight Connector 19"/>
            <p:cNvCxnSpPr/>
            <p:nvPr/>
          </p:nvCxnSpPr>
          <p:spPr>
            <a:xfrm>
              <a:off x="9370800" y="0"/>
              <a:ext cx="1219680" cy="6858360"/>
            </a:xfrm>
            <a:prstGeom prst="straightConnector1">
              <a:avLst/>
            </a:prstGeom>
            <a:ln cap="rnd" w="9525">
              <a:solidFill>
                <a:srgbClr val="5fcbef">
                  <a:alpha val="70000"/>
                </a:srgbClr>
              </a:solidFill>
              <a:round/>
            </a:ln>
          </p:spPr>
        </p:cxnSp>
        <p:cxnSp>
          <p:nvCxnSpPr>
            <p:cNvPr id="370" name="Straight Connector 20"/>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371"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372"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373"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374"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375"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376"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377"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378"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grpSp>
      <p:sp>
        <p:nvSpPr>
          <p:cNvPr id="379"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30542187-708B-4D11-ABB0-6A47786C22C8}" type="datetime1">
              <a:rPr b="0" lang="en-US" sz="1100" spc="-1" strike="noStrike">
                <a:solidFill>
                  <a:schemeClr val="accent2"/>
                </a:solidFill>
                <a:latin typeface="Trebuchet MS"/>
              </a:rPr>
              <a:t>09/07/2026</a:t>
            </a:fld>
            <a:endParaRPr b="0" lang="en-US" sz="1100" spc="-1" strike="noStrike">
              <a:solidFill>
                <a:srgbClr val="000000"/>
              </a:solidFill>
              <a:latin typeface="Arial"/>
            </a:endParaRPr>
          </a:p>
        </p:txBody>
      </p:sp>
      <p:sp>
        <p:nvSpPr>
          <p:cNvPr id="380"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US" sz="1100" spc="-1" strike="noStrike">
              <a:solidFill>
                <a:srgbClr val="000000"/>
              </a:solidFill>
              <a:latin typeface="Arial"/>
            </a:endParaRPr>
          </a:p>
        </p:txBody>
      </p:sp>
      <p:sp>
        <p:nvSpPr>
          <p:cNvPr id="381"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C449EA67-DE24-46AE-81EE-F3A7E3CCF8BF}" type="slidenum">
              <a:rPr b="0" lang="en-US" sz="1100" spc="-1" strike="noStrike">
                <a:solidFill>
                  <a:schemeClr val="accent4"/>
                </a:solidFill>
                <a:latin typeface="Trebuchet MS"/>
              </a:rPr>
              <a:t>&lt;number&gt;</a:t>
            </a:fld>
            <a:endParaRPr b="0" lang="en-US" sz="1100" spc="-1" strike="noStrike">
              <a:solidFill>
                <a:srgbClr val="000000"/>
              </a:solidFill>
              <a:latin typeface="Arial"/>
            </a:endParaRPr>
          </a:p>
        </p:txBody>
      </p:sp>
      <p:sp>
        <p:nvSpPr>
          <p:cNvPr id="382" name="PlaceHolder 1"/>
          <p:cNvSpPr>
            <a:spLocks noGrp="1"/>
          </p:cNvSpPr>
          <p:nvPr>
            <p:ph type="title"/>
          </p:nvPr>
        </p:nvSpPr>
        <p:spPr>
          <a:xfrm>
            <a:off x="677160" y="609480"/>
            <a:ext cx="8596440" cy="132048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accent1"/>
                </a:solidFill>
                <a:latin typeface="Trebuchet MS"/>
              </a:rPr>
              <a:t>Click to edit Master title style</a:t>
            </a:r>
            <a:endParaRPr b="0" lang="en-US" sz="3600" spc="-1" strike="noStrike">
              <a:solidFill>
                <a:schemeClr val="dk1"/>
              </a:solidFill>
              <a:latin typeface="Trebuchet MS"/>
            </a:endParaRPr>
          </a:p>
        </p:txBody>
      </p:sp>
      <p:sp>
        <p:nvSpPr>
          <p:cNvPr id="383" name="PlaceHolder 2"/>
          <p:cNvSpPr>
            <a:spLocks noGrp="1"/>
          </p:cNvSpPr>
          <p:nvPr>
            <p:ph type="dt" idx="37"/>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Trebuchet MS"/>
              </a:defRPr>
            </a:lvl1pPr>
          </a:lstStyle>
          <a:p>
            <a:pPr indent="0" algn="r" defTabSz="457200">
              <a:lnSpc>
                <a:spcPct val="100000"/>
              </a:lnSpc>
              <a:buNone/>
            </a:pPr>
            <a:r>
              <a:rPr b="0" lang="en-US" sz="900" spc="-1" strike="noStrike">
                <a:solidFill>
                  <a:schemeClr val="dk1">
                    <a:tint val="75000"/>
                  </a:schemeClr>
                </a:solidFill>
                <a:latin typeface="Trebuchet MS"/>
              </a:rPr>
              <a:t>&lt;date/time&gt;</a:t>
            </a:r>
            <a:endParaRPr b="0" lang="en-US" sz="900" spc="-1" strike="noStrike">
              <a:solidFill>
                <a:srgbClr val="000000"/>
              </a:solidFill>
              <a:latin typeface="Times New Roman"/>
            </a:endParaRPr>
          </a:p>
        </p:txBody>
      </p:sp>
      <p:sp>
        <p:nvSpPr>
          <p:cNvPr id="384" name="PlaceHolder 3"/>
          <p:cNvSpPr>
            <a:spLocks noGrp="1"/>
          </p:cNvSpPr>
          <p:nvPr>
            <p:ph type="ftr" idx="38"/>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85" name="PlaceHolder 4"/>
          <p:cNvSpPr>
            <a:spLocks noGrp="1"/>
          </p:cNvSpPr>
          <p:nvPr>
            <p:ph type="sldNum" idx="39"/>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accent1"/>
                </a:solidFill>
                <a:latin typeface="Trebuchet MS"/>
              </a:defRPr>
            </a:lvl1pPr>
          </a:lstStyle>
          <a:p>
            <a:pPr indent="0" algn="r" defTabSz="457200">
              <a:lnSpc>
                <a:spcPct val="100000"/>
              </a:lnSpc>
              <a:buNone/>
            </a:pPr>
            <a:fld id="{7CF98290-98BF-4904-9361-D659FA325BB3}" type="slidenum">
              <a:rPr b="0" lang="en-US" sz="900" spc="-1" strike="noStrike">
                <a:solidFill>
                  <a:schemeClr val="accent1"/>
                </a:solidFill>
                <a:latin typeface="Trebuchet MS"/>
              </a:rPr>
              <a:t>&lt;number&gt;</a:t>
            </a:fld>
            <a:endParaRPr b="0" lang="en-U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3" r:id="rId2"/>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387" name="Group 43"/>
          <p:cNvGrpSpPr/>
          <p:nvPr/>
        </p:nvGrpSpPr>
        <p:grpSpPr>
          <a:xfrm>
            <a:off x="0" y="-8640"/>
            <a:ext cx="12191760" cy="6866640"/>
            <a:chOff x="0" y="-8640"/>
            <a:chExt cx="12191760" cy="6866640"/>
          </a:xfrm>
        </p:grpSpPr>
        <p:cxnSp>
          <p:nvCxnSpPr>
            <p:cNvPr id="388" name="Straight Connector 19"/>
            <p:cNvCxnSpPr/>
            <p:nvPr/>
          </p:nvCxnSpPr>
          <p:spPr>
            <a:xfrm>
              <a:off x="9370800" y="0"/>
              <a:ext cx="1219680" cy="6858360"/>
            </a:xfrm>
            <a:prstGeom prst="straightConnector1">
              <a:avLst/>
            </a:prstGeom>
            <a:ln cap="rnd" w="9525">
              <a:solidFill>
                <a:srgbClr val="5fcbef">
                  <a:alpha val="70000"/>
                </a:srgbClr>
              </a:solidFill>
              <a:round/>
            </a:ln>
          </p:spPr>
        </p:cxnSp>
        <p:cxnSp>
          <p:nvCxnSpPr>
            <p:cNvPr id="389" name="Straight Connector 20"/>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390"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391"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392"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393"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394"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395"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396"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397"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grpSp>
      <p:sp>
        <p:nvSpPr>
          <p:cNvPr id="398"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7921F696-AA57-40F6-A57D-589CFD0A8B9F}" type="datetime1">
              <a:rPr b="0" lang="en-US" sz="1100" spc="-1" strike="noStrike">
                <a:solidFill>
                  <a:schemeClr val="accent2"/>
                </a:solidFill>
                <a:latin typeface="Trebuchet MS"/>
              </a:rPr>
              <a:t>09/07/2026</a:t>
            </a:fld>
            <a:endParaRPr b="0" lang="en-US" sz="1100" spc="-1" strike="noStrike">
              <a:solidFill>
                <a:srgbClr val="000000"/>
              </a:solidFill>
              <a:latin typeface="Arial"/>
            </a:endParaRPr>
          </a:p>
        </p:txBody>
      </p:sp>
      <p:sp>
        <p:nvSpPr>
          <p:cNvPr id="399"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US" sz="1100" spc="-1" strike="noStrike">
              <a:solidFill>
                <a:srgbClr val="000000"/>
              </a:solidFill>
              <a:latin typeface="Arial"/>
            </a:endParaRPr>
          </a:p>
        </p:txBody>
      </p:sp>
      <p:sp>
        <p:nvSpPr>
          <p:cNvPr id="400"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39A99D49-3878-44DE-BB2C-9185849DD05D}" type="slidenum">
              <a:rPr b="0" lang="en-US" sz="1100" spc="-1" strike="noStrike">
                <a:solidFill>
                  <a:schemeClr val="accent4"/>
                </a:solidFill>
                <a:latin typeface="Trebuchet MS"/>
              </a:rPr>
              <a:t>&lt;number&gt;</a:t>
            </a:fld>
            <a:endParaRPr b="0" lang="en-US" sz="1100" spc="-1" strike="noStrike">
              <a:solidFill>
                <a:srgbClr val="000000"/>
              </a:solidFill>
              <a:latin typeface="Arial"/>
            </a:endParaRPr>
          </a:p>
        </p:txBody>
      </p:sp>
      <p:sp>
        <p:nvSpPr>
          <p:cNvPr id="401" name="PlaceHolder 1"/>
          <p:cNvSpPr>
            <a:spLocks noGrp="1"/>
          </p:cNvSpPr>
          <p:nvPr>
            <p:ph type="dt" idx="40"/>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Trebuchet MS"/>
              </a:defRPr>
            </a:lvl1pPr>
          </a:lstStyle>
          <a:p>
            <a:pPr indent="0" algn="r" defTabSz="457200">
              <a:lnSpc>
                <a:spcPct val="100000"/>
              </a:lnSpc>
              <a:buNone/>
            </a:pPr>
            <a:r>
              <a:rPr b="0" lang="en-US" sz="900" spc="-1" strike="noStrike">
                <a:solidFill>
                  <a:schemeClr val="dk1">
                    <a:tint val="75000"/>
                  </a:schemeClr>
                </a:solidFill>
                <a:latin typeface="Trebuchet MS"/>
              </a:rPr>
              <a:t>&lt;date/time&gt;</a:t>
            </a:r>
            <a:endParaRPr b="0" lang="en-US" sz="900" spc="-1" strike="noStrike">
              <a:solidFill>
                <a:srgbClr val="000000"/>
              </a:solidFill>
              <a:latin typeface="Times New Roman"/>
            </a:endParaRPr>
          </a:p>
        </p:txBody>
      </p:sp>
      <p:sp>
        <p:nvSpPr>
          <p:cNvPr id="402" name="PlaceHolder 2"/>
          <p:cNvSpPr>
            <a:spLocks noGrp="1"/>
          </p:cNvSpPr>
          <p:nvPr>
            <p:ph type="ftr" idx="41"/>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03" name="PlaceHolder 3"/>
          <p:cNvSpPr>
            <a:spLocks noGrp="1"/>
          </p:cNvSpPr>
          <p:nvPr>
            <p:ph type="sldNum" idx="42"/>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accent1"/>
                </a:solidFill>
                <a:latin typeface="Trebuchet MS"/>
              </a:defRPr>
            </a:lvl1pPr>
          </a:lstStyle>
          <a:p>
            <a:pPr indent="0" algn="r" defTabSz="457200">
              <a:lnSpc>
                <a:spcPct val="100000"/>
              </a:lnSpc>
              <a:buNone/>
            </a:pPr>
            <a:fld id="{555996B0-C1DD-4CC1-94F8-422264C22FF4}" type="slidenum">
              <a:rPr b="0" lang="en-US" sz="900" spc="-1" strike="noStrike">
                <a:solidFill>
                  <a:schemeClr val="accent1"/>
                </a:solidFill>
                <a:latin typeface="Trebuchet MS"/>
              </a:rPr>
              <a:t>&lt;number&gt;</a:t>
            </a:fld>
            <a:endParaRPr b="0" lang="en-U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5" r:id="rId2"/>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404" name="Group 43"/>
          <p:cNvGrpSpPr/>
          <p:nvPr/>
        </p:nvGrpSpPr>
        <p:grpSpPr>
          <a:xfrm>
            <a:off x="0" y="-8640"/>
            <a:ext cx="12191760" cy="6866640"/>
            <a:chOff x="0" y="-8640"/>
            <a:chExt cx="12191760" cy="6866640"/>
          </a:xfrm>
        </p:grpSpPr>
        <p:cxnSp>
          <p:nvCxnSpPr>
            <p:cNvPr id="405" name="Straight Connector 19"/>
            <p:cNvCxnSpPr/>
            <p:nvPr/>
          </p:nvCxnSpPr>
          <p:spPr>
            <a:xfrm>
              <a:off x="9370800" y="0"/>
              <a:ext cx="1219680" cy="6858360"/>
            </a:xfrm>
            <a:prstGeom prst="straightConnector1">
              <a:avLst/>
            </a:prstGeom>
            <a:ln cap="rnd" w="9525">
              <a:solidFill>
                <a:srgbClr val="5fcbef">
                  <a:alpha val="70000"/>
                </a:srgbClr>
              </a:solidFill>
              <a:round/>
            </a:ln>
          </p:spPr>
        </p:cxnSp>
        <p:cxnSp>
          <p:nvCxnSpPr>
            <p:cNvPr id="406" name="Straight Connector 20"/>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407"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408"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409"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410"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411"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412"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413"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414"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grpSp>
      <p:sp>
        <p:nvSpPr>
          <p:cNvPr id="415"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38D0D157-6891-4CA0-81B7-1B4339AEC746}" type="datetime1">
              <a:rPr b="0" lang="en-US" sz="1100" spc="-1" strike="noStrike">
                <a:solidFill>
                  <a:schemeClr val="accent2"/>
                </a:solidFill>
                <a:latin typeface="Trebuchet MS"/>
              </a:rPr>
              <a:t>09/07/2026</a:t>
            </a:fld>
            <a:endParaRPr b="0" lang="en-US" sz="1100" spc="-1" strike="noStrike">
              <a:solidFill>
                <a:srgbClr val="000000"/>
              </a:solidFill>
              <a:latin typeface="Arial"/>
            </a:endParaRPr>
          </a:p>
        </p:txBody>
      </p:sp>
      <p:sp>
        <p:nvSpPr>
          <p:cNvPr id="416"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US" sz="1100" spc="-1" strike="noStrike">
              <a:solidFill>
                <a:srgbClr val="000000"/>
              </a:solidFill>
              <a:latin typeface="Arial"/>
            </a:endParaRPr>
          </a:p>
        </p:txBody>
      </p:sp>
      <p:sp>
        <p:nvSpPr>
          <p:cNvPr id="417"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7CF167AF-6BC7-4BE6-9EF8-F62404BBBA1A}" type="slidenum">
              <a:rPr b="0" lang="en-US" sz="1100" spc="-1" strike="noStrike">
                <a:solidFill>
                  <a:schemeClr val="accent4"/>
                </a:solidFill>
                <a:latin typeface="Trebuchet MS"/>
              </a:rPr>
              <a:t>&lt;number&gt;</a:t>
            </a:fld>
            <a:endParaRPr b="0" lang="en-US" sz="1100" spc="-1" strike="noStrike">
              <a:solidFill>
                <a:srgbClr val="000000"/>
              </a:solidFill>
              <a:latin typeface="Arial"/>
            </a:endParaRPr>
          </a:p>
        </p:txBody>
      </p:sp>
      <p:sp>
        <p:nvSpPr>
          <p:cNvPr id="418" name="PlaceHolder 1"/>
          <p:cNvSpPr>
            <a:spLocks noGrp="1"/>
          </p:cNvSpPr>
          <p:nvPr>
            <p:ph type="title"/>
          </p:nvPr>
        </p:nvSpPr>
        <p:spPr>
          <a:xfrm>
            <a:off x="677160" y="1498680"/>
            <a:ext cx="3854160" cy="1278000"/>
          </a:xfrm>
          <a:prstGeom prst="rect">
            <a:avLst/>
          </a:prstGeom>
          <a:noFill/>
          <a:ln w="0">
            <a:noFill/>
          </a:ln>
        </p:spPr>
        <p:txBody>
          <a:bodyPr lIns="91440" rIns="91440" tIns="45720" bIns="45720" anchor="b">
            <a:normAutofit/>
          </a:bodyPr>
          <a:p>
            <a:pPr indent="0" defTabSz="457200">
              <a:lnSpc>
                <a:spcPct val="100000"/>
              </a:lnSpc>
              <a:buNone/>
            </a:pPr>
            <a:r>
              <a:rPr b="0" lang="en-US" sz="2000" spc="-1" strike="noStrike">
                <a:solidFill>
                  <a:schemeClr val="accent1"/>
                </a:solidFill>
                <a:latin typeface="Trebuchet MS"/>
              </a:rPr>
              <a:t>Click to edit Master title style</a:t>
            </a:r>
            <a:endParaRPr b="0" lang="en-US" sz="2000" spc="-1" strike="noStrike">
              <a:solidFill>
                <a:schemeClr val="dk1"/>
              </a:solidFill>
              <a:latin typeface="Trebuchet MS"/>
            </a:endParaRPr>
          </a:p>
        </p:txBody>
      </p:sp>
      <p:sp>
        <p:nvSpPr>
          <p:cNvPr id="419" name="PlaceHolder 2"/>
          <p:cNvSpPr>
            <a:spLocks noGrp="1"/>
          </p:cNvSpPr>
          <p:nvPr>
            <p:ph type="body"/>
          </p:nvPr>
        </p:nvSpPr>
        <p:spPr>
          <a:xfrm>
            <a:off x="4760640" y="514800"/>
            <a:ext cx="4513320" cy="552600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5fcbef"/>
              </a:buClr>
              <a:buSzPct val="80000"/>
              <a:buFont typeface="Wingdings 3" charset="2"/>
              <a:buChar char=""/>
            </a:pPr>
            <a:r>
              <a:rPr b="0" lang="en-US" sz="1800" spc="-1" strike="noStrike">
                <a:solidFill>
                  <a:schemeClr val="dk1">
                    <a:lumMod val="75000"/>
                    <a:lumOff val="25000"/>
                  </a:schemeClr>
                </a:solidFill>
                <a:latin typeface="Trebuchet MS"/>
              </a:rPr>
              <a:t>Click to edit Master text styles</a:t>
            </a:r>
            <a:endParaRPr b="0" lang="en-US" sz="1800" spc="-1" strike="noStrike">
              <a:solidFill>
                <a:schemeClr val="dk1">
                  <a:lumMod val="75000"/>
                  <a:lumOff val="25000"/>
                </a:schemeClr>
              </a:solidFill>
              <a:latin typeface="Trebuchet MS"/>
            </a:endParaRPr>
          </a:p>
          <a:p>
            <a:pPr lvl="1" marL="743040" indent="-285840" defTabSz="457200">
              <a:lnSpc>
                <a:spcPct val="100000"/>
              </a:lnSpc>
              <a:spcBef>
                <a:spcPts val="1001"/>
              </a:spcBef>
              <a:buClr>
                <a:srgbClr val="5fcbef"/>
              </a:buClr>
              <a:buSzPct val="80000"/>
              <a:buFont typeface="Wingdings 3" charset="2"/>
              <a:buChar char=""/>
            </a:pPr>
            <a:r>
              <a:rPr b="0" lang="en-US" sz="1600" spc="-1" strike="noStrike">
                <a:solidFill>
                  <a:schemeClr val="dk1">
                    <a:lumMod val="75000"/>
                    <a:lumOff val="25000"/>
                  </a:schemeClr>
                </a:solidFill>
                <a:latin typeface="Trebuchet MS"/>
              </a:rPr>
              <a:t>Second level</a:t>
            </a:r>
            <a:endParaRPr b="0" lang="en-US" sz="1600" spc="-1" strike="noStrike">
              <a:solidFill>
                <a:schemeClr val="dk1">
                  <a:lumMod val="75000"/>
                  <a:lumOff val="25000"/>
                </a:schemeClr>
              </a:solidFill>
              <a:latin typeface="Trebuchet MS"/>
            </a:endParaRPr>
          </a:p>
          <a:p>
            <a:pPr lvl="2" marL="1143000" indent="-228600" defTabSz="457200">
              <a:lnSpc>
                <a:spcPct val="100000"/>
              </a:lnSpc>
              <a:spcBef>
                <a:spcPts val="1001"/>
              </a:spcBef>
              <a:buClr>
                <a:srgbClr val="5fcbef"/>
              </a:buClr>
              <a:buSzPct val="80000"/>
              <a:buFont typeface="Wingdings 3" charset="2"/>
              <a:buChar char=""/>
            </a:pPr>
            <a:r>
              <a:rPr b="0" lang="en-US" sz="1400" spc="-1" strike="noStrike">
                <a:solidFill>
                  <a:schemeClr val="dk1">
                    <a:lumMod val="75000"/>
                    <a:lumOff val="25000"/>
                  </a:schemeClr>
                </a:solidFill>
                <a:latin typeface="Trebuchet MS"/>
              </a:rPr>
              <a:t>Third level</a:t>
            </a:r>
            <a:endParaRPr b="0" lang="en-US" sz="1400" spc="-1" strike="noStrike">
              <a:solidFill>
                <a:schemeClr val="dk1">
                  <a:lumMod val="75000"/>
                  <a:lumOff val="25000"/>
                </a:schemeClr>
              </a:solidFill>
              <a:latin typeface="Trebuchet MS"/>
            </a:endParaRPr>
          </a:p>
          <a:p>
            <a:pPr lvl="3" marL="1600200" indent="-228600" defTabSz="457200">
              <a:lnSpc>
                <a:spcPct val="100000"/>
              </a:lnSpc>
              <a:spcBef>
                <a:spcPts val="1001"/>
              </a:spcBef>
              <a:buClr>
                <a:srgbClr val="5fcbef"/>
              </a:buClr>
              <a:buSzPct val="80000"/>
              <a:buFont typeface="Wingdings 3" charset="2"/>
              <a:buChar char=""/>
            </a:pPr>
            <a:r>
              <a:rPr b="0" lang="en-US" sz="1200" spc="-1" strike="noStrike">
                <a:solidFill>
                  <a:schemeClr val="dk1">
                    <a:lumMod val="75000"/>
                    <a:lumOff val="25000"/>
                  </a:schemeClr>
                </a:solidFill>
                <a:latin typeface="Trebuchet MS"/>
              </a:rPr>
              <a:t>Fourth level</a:t>
            </a:r>
            <a:endParaRPr b="0" lang="en-US" sz="1200" spc="-1" strike="noStrike">
              <a:solidFill>
                <a:schemeClr val="dk1">
                  <a:lumMod val="75000"/>
                  <a:lumOff val="25000"/>
                </a:schemeClr>
              </a:solidFill>
              <a:latin typeface="Trebuchet MS"/>
            </a:endParaRPr>
          </a:p>
          <a:p>
            <a:pPr lvl="4" marL="2057400" indent="-228600" defTabSz="457200">
              <a:lnSpc>
                <a:spcPct val="100000"/>
              </a:lnSpc>
              <a:spcBef>
                <a:spcPts val="1001"/>
              </a:spcBef>
              <a:buClr>
                <a:srgbClr val="5fcbef"/>
              </a:buClr>
              <a:buSzPct val="80000"/>
              <a:buFont typeface="Wingdings 3" charset="2"/>
              <a:buChar char=""/>
            </a:pPr>
            <a:r>
              <a:rPr b="0" lang="en-US" sz="1200" spc="-1" strike="noStrike">
                <a:solidFill>
                  <a:schemeClr val="dk1">
                    <a:lumMod val="75000"/>
                    <a:lumOff val="25000"/>
                  </a:schemeClr>
                </a:solidFill>
                <a:latin typeface="Trebuchet MS"/>
              </a:rPr>
              <a:t>Fifth level</a:t>
            </a:r>
            <a:endParaRPr b="0" lang="en-US" sz="1200" spc="-1" strike="noStrike">
              <a:solidFill>
                <a:schemeClr val="dk1">
                  <a:lumMod val="75000"/>
                  <a:lumOff val="25000"/>
                </a:schemeClr>
              </a:solidFill>
              <a:latin typeface="Trebuchet MS"/>
            </a:endParaRPr>
          </a:p>
        </p:txBody>
      </p:sp>
      <p:sp>
        <p:nvSpPr>
          <p:cNvPr id="420" name="PlaceHolder 3"/>
          <p:cNvSpPr>
            <a:spLocks noGrp="1"/>
          </p:cNvSpPr>
          <p:nvPr>
            <p:ph type="body"/>
          </p:nvPr>
        </p:nvSpPr>
        <p:spPr>
          <a:xfrm>
            <a:off x="677160" y="2777040"/>
            <a:ext cx="3854160" cy="258408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b="0" lang="en-US" sz="1400" spc="-1" strike="noStrike">
                <a:solidFill>
                  <a:schemeClr val="dk1">
                    <a:lumMod val="75000"/>
                    <a:lumOff val="25000"/>
                  </a:schemeClr>
                </a:solidFill>
                <a:latin typeface="Trebuchet MS"/>
              </a:rPr>
              <a:t>Click to edit Master text styles</a:t>
            </a:r>
            <a:endParaRPr b="0" lang="en-US" sz="1400" spc="-1" strike="noStrike">
              <a:solidFill>
                <a:schemeClr val="dk1">
                  <a:lumMod val="75000"/>
                  <a:lumOff val="25000"/>
                </a:schemeClr>
              </a:solidFill>
              <a:latin typeface="Trebuchet MS"/>
            </a:endParaRPr>
          </a:p>
        </p:txBody>
      </p:sp>
      <p:sp>
        <p:nvSpPr>
          <p:cNvPr id="421" name="PlaceHolder 4"/>
          <p:cNvSpPr>
            <a:spLocks noGrp="1"/>
          </p:cNvSpPr>
          <p:nvPr>
            <p:ph type="dt" idx="43"/>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Trebuchet MS"/>
              </a:defRPr>
            </a:lvl1pPr>
          </a:lstStyle>
          <a:p>
            <a:pPr indent="0" algn="r" defTabSz="457200">
              <a:lnSpc>
                <a:spcPct val="100000"/>
              </a:lnSpc>
              <a:buNone/>
            </a:pPr>
            <a:r>
              <a:rPr b="0" lang="en-US" sz="900" spc="-1" strike="noStrike">
                <a:solidFill>
                  <a:schemeClr val="dk1">
                    <a:tint val="75000"/>
                  </a:schemeClr>
                </a:solidFill>
                <a:latin typeface="Trebuchet MS"/>
              </a:rPr>
              <a:t>&lt;date/time&gt;</a:t>
            </a:r>
            <a:endParaRPr b="0" lang="en-US" sz="900" spc="-1" strike="noStrike">
              <a:solidFill>
                <a:srgbClr val="000000"/>
              </a:solidFill>
              <a:latin typeface="Times New Roman"/>
            </a:endParaRPr>
          </a:p>
        </p:txBody>
      </p:sp>
      <p:sp>
        <p:nvSpPr>
          <p:cNvPr id="422" name="PlaceHolder 5"/>
          <p:cNvSpPr>
            <a:spLocks noGrp="1"/>
          </p:cNvSpPr>
          <p:nvPr>
            <p:ph type="ftr" idx="44"/>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23" name="PlaceHolder 6"/>
          <p:cNvSpPr>
            <a:spLocks noGrp="1"/>
          </p:cNvSpPr>
          <p:nvPr>
            <p:ph type="sldNum" idx="45"/>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accent1"/>
                </a:solidFill>
                <a:latin typeface="Trebuchet MS"/>
              </a:defRPr>
            </a:lvl1pPr>
          </a:lstStyle>
          <a:p>
            <a:pPr indent="0" algn="r" defTabSz="457200">
              <a:lnSpc>
                <a:spcPct val="100000"/>
              </a:lnSpc>
              <a:buNone/>
            </a:pPr>
            <a:fld id="{A8D62761-9B72-4928-B9F2-3E20DD2BECE7}" type="slidenum">
              <a:rPr b="0" lang="en-US" sz="900" spc="-1" strike="noStrike">
                <a:solidFill>
                  <a:schemeClr val="accent1"/>
                </a:solidFill>
                <a:latin typeface="Trebuchet MS"/>
              </a:rPr>
              <a:t>&lt;number&gt;</a:t>
            </a:fld>
            <a:endParaRPr b="0" lang="en-U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7" r:id="rId2"/>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424" name="Group 43"/>
          <p:cNvGrpSpPr/>
          <p:nvPr/>
        </p:nvGrpSpPr>
        <p:grpSpPr>
          <a:xfrm>
            <a:off x="0" y="-8640"/>
            <a:ext cx="12191760" cy="6866640"/>
            <a:chOff x="0" y="-8640"/>
            <a:chExt cx="12191760" cy="6866640"/>
          </a:xfrm>
        </p:grpSpPr>
        <p:cxnSp>
          <p:nvCxnSpPr>
            <p:cNvPr id="425" name="Straight Connector 19"/>
            <p:cNvCxnSpPr/>
            <p:nvPr/>
          </p:nvCxnSpPr>
          <p:spPr>
            <a:xfrm>
              <a:off x="9370800" y="0"/>
              <a:ext cx="1219680" cy="6858360"/>
            </a:xfrm>
            <a:prstGeom prst="straightConnector1">
              <a:avLst/>
            </a:prstGeom>
            <a:ln cap="rnd" w="9525">
              <a:solidFill>
                <a:srgbClr val="5fcbef">
                  <a:alpha val="70000"/>
                </a:srgbClr>
              </a:solidFill>
              <a:round/>
            </a:ln>
          </p:spPr>
        </p:cxnSp>
        <p:cxnSp>
          <p:nvCxnSpPr>
            <p:cNvPr id="426" name="Straight Connector 20"/>
            <p:cNvCxnSpPr/>
            <p:nvPr/>
          </p:nvCxnSpPr>
          <p:spPr>
            <a:xfrm flipH="1">
              <a:off x="7425000" y="3681360"/>
              <a:ext cx="4763880" cy="3177000"/>
            </a:xfrm>
            <a:prstGeom prst="straightConnector1">
              <a:avLst/>
            </a:prstGeom>
            <a:ln cap="rnd" w="9525">
              <a:solidFill>
                <a:srgbClr val="5fcbef">
                  <a:alpha val="70000"/>
                </a:srgbClr>
              </a:solidFill>
              <a:round/>
            </a:ln>
          </p:spPr>
        </p:cxnSp>
        <p:sp>
          <p:nvSpPr>
            <p:cNvPr id="427" name="Rectangle 23"/>
            <p:cNvSpPr/>
            <p:nvPr/>
          </p:nvSpPr>
          <p:spPr>
            <a:xfrm>
              <a:off x="9181440" y="-8640"/>
              <a:ext cx="3007080" cy="6866280"/>
            </a:xfrm>
            <a:custGeom>
              <a:avLst/>
              <a:gdLst>
                <a:gd name="textAreaLeft" fmla="*/ 0 w 3007080"/>
                <a:gd name="textAreaRight" fmla="*/ 3007440 w 3007080"/>
                <a:gd name="textAreaTop" fmla="*/ 0 h 6866280"/>
                <a:gd name="textAreaBottom" fmla="*/ 6866640 h 6866280"/>
              </a:gdLst>
              <a:ah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428" name="Rectangle 25"/>
            <p:cNvSpPr/>
            <p:nvPr/>
          </p:nvSpPr>
          <p:spPr>
            <a:xfrm>
              <a:off x="9603360" y="-8640"/>
              <a:ext cx="2588040" cy="6866280"/>
            </a:xfrm>
            <a:custGeom>
              <a:avLst/>
              <a:gdLst>
                <a:gd name="textAreaLeft" fmla="*/ 0 w 2588040"/>
                <a:gd name="textAreaRight" fmla="*/ 2588400 w 2588040"/>
                <a:gd name="textAreaTop" fmla="*/ 0 h 6866280"/>
                <a:gd name="textAreaBottom" fmla="*/ 6866640 h 6866280"/>
              </a:gdLst>
              <a:ah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429" name="Isosceles Triangle 23"/>
            <p:cNvSpPr/>
            <p:nvPr/>
          </p:nvSpPr>
          <p:spPr>
            <a:xfrm>
              <a:off x="8932320" y="3048120"/>
              <a:ext cx="3259440" cy="38095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430" name="Rectangle 27"/>
            <p:cNvSpPr/>
            <p:nvPr/>
          </p:nvSpPr>
          <p:spPr>
            <a:xfrm>
              <a:off x="9334440" y="-8640"/>
              <a:ext cx="2854080" cy="6866280"/>
            </a:xfrm>
            <a:custGeom>
              <a:avLst/>
              <a:gdLst>
                <a:gd name="textAreaLeft" fmla="*/ 0 w 2854080"/>
                <a:gd name="textAreaRight" fmla="*/ 2854440 w 2854080"/>
                <a:gd name="textAreaTop" fmla="*/ 0 h 6866280"/>
                <a:gd name="textAreaBottom" fmla="*/ 6866640 h 6866280"/>
              </a:gdLst>
              <a:ah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431" name="Rectangle 28"/>
            <p:cNvSpPr/>
            <p:nvPr/>
          </p:nvSpPr>
          <p:spPr>
            <a:xfrm>
              <a:off x="10898640" y="-8640"/>
              <a:ext cx="1289880" cy="6866280"/>
            </a:xfrm>
            <a:custGeom>
              <a:avLst/>
              <a:gdLst>
                <a:gd name="textAreaLeft" fmla="*/ 0 w 1289880"/>
                <a:gd name="textAreaRight" fmla="*/ 1290240 w 1289880"/>
                <a:gd name="textAreaTop" fmla="*/ 0 h 6866280"/>
                <a:gd name="textAreaBottom" fmla="*/ 6866640 h 6866280"/>
              </a:gdLst>
              <a:ah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432" name="Rectangle 29"/>
            <p:cNvSpPr/>
            <p:nvPr/>
          </p:nvSpPr>
          <p:spPr>
            <a:xfrm>
              <a:off x="10938960" y="-8640"/>
              <a:ext cx="1249560" cy="6866280"/>
            </a:xfrm>
            <a:custGeom>
              <a:avLst/>
              <a:gdLst>
                <a:gd name="textAreaLeft" fmla="*/ 0 w 1249560"/>
                <a:gd name="textAreaRight" fmla="*/ 1249920 w 1249560"/>
                <a:gd name="textAreaTop" fmla="*/ 0 h 6866280"/>
                <a:gd name="textAreaBottom" fmla="*/ 6866640 h 6866280"/>
              </a:gdLst>
              <a:ah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433" name="Isosceles Triangle 27"/>
            <p:cNvSpPr/>
            <p:nvPr/>
          </p:nvSpPr>
          <p:spPr>
            <a:xfrm>
              <a:off x="10371600" y="3589920"/>
              <a:ext cx="1816920" cy="326772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434" name="Isosceles Triangle 18"/>
            <p:cNvSpPr/>
            <p:nvPr/>
          </p:nvSpPr>
          <p:spPr>
            <a:xfrm>
              <a:off x="0" y="4013280"/>
              <a:ext cx="448200" cy="284436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grpSp>
      <p:sp>
        <p:nvSpPr>
          <p:cNvPr id="435" name="Date Placeholder 3"/>
          <p:cNvSpPr/>
          <p:nvPr/>
        </p:nvSpPr>
        <p:spPr>
          <a:xfrm>
            <a:off x="660240" y="6378840"/>
            <a:ext cx="27428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fld id="{A51332F9-BCB6-4F2B-9F1F-1B1F8485DDF6}" type="datetime1">
              <a:rPr b="0" lang="en-US" sz="1100" spc="-1" strike="noStrike">
                <a:solidFill>
                  <a:schemeClr val="accent2"/>
                </a:solidFill>
                <a:latin typeface="Trebuchet MS"/>
              </a:rPr>
              <a:t>09/07/2026</a:t>
            </a:fld>
            <a:endParaRPr b="0" lang="en-US" sz="1100" spc="-1" strike="noStrike">
              <a:solidFill>
                <a:srgbClr val="000000"/>
              </a:solidFill>
              <a:latin typeface="Arial"/>
            </a:endParaRPr>
          </a:p>
        </p:txBody>
      </p:sp>
      <p:sp>
        <p:nvSpPr>
          <p:cNvPr id="436" name="Footer Placeholder 4"/>
          <p:cNvSpPr/>
          <p:nvPr/>
        </p:nvSpPr>
        <p:spPr>
          <a:xfrm>
            <a:off x="1445400" y="6378840"/>
            <a:ext cx="4114440" cy="364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1100" spc="-1" strike="noStrike">
                <a:solidFill>
                  <a:schemeClr val="accent2"/>
                </a:solidFill>
                <a:latin typeface="Trebuchet MS"/>
              </a:rPr>
              <a:t>Annual Review</a:t>
            </a:r>
            <a:endParaRPr b="0" lang="en-US" sz="1100" spc="-1" strike="noStrike">
              <a:solidFill>
                <a:srgbClr val="000000"/>
              </a:solidFill>
              <a:latin typeface="Arial"/>
            </a:endParaRPr>
          </a:p>
        </p:txBody>
      </p:sp>
      <p:sp>
        <p:nvSpPr>
          <p:cNvPr id="437" name="Slide Number Placeholder 5"/>
          <p:cNvSpPr/>
          <p:nvPr/>
        </p:nvSpPr>
        <p:spPr>
          <a:xfrm>
            <a:off x="8805240" y="6378840"/>
            <a:ext cx="2742840" cy="3646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fld id="{CF02B1BA-D758-4AE3-9E47-B8915ED5F43E}" type="slidenum">
              <a:rPr b="0" lang="en-US" sz="1100" spc="-1" strike="noStrike">
                <a:solidFill>
                  <a:schemeClr val="accent4"/>
                </a:solidFill>
                <a:latin typeface="Trebuchet MS"/>
              </a:rPr>
              <a:t>&lt;number&gt;</a:t>
            </a:fld>
            <a:endParaRPr b="0" lang="en-US" sz="1100" spc="-1" strike="noStrike">
              <a:solidFill>
                <a:srgbClr val="000000"/>
              </a:solidFill>
              <a:latin typeface="Arial"/>
            </a:endParaRPr>
          </a:p>
        </p:txBody>
      </p:sp>
      <p:sp>
        <p:nvSpPr>
          <p:cNvPr id="438" name="PlaceHolder 1"/>
          <p:cNvSpPr>
            <a:spLocks noGrp="1"/>
          </p:cNvSpPr>
          <p:nvPr>
            <p:ph type="title"/>
          </p:nvPr>
        </p:nvSpPr>
        <p:spPr>
          <a:xfrm>
            <a:off x="677160" y="4800600"/>
            <a:ext cx="8596440" cy="566280"/>
          </a:xfrm>
          <a:prstGeom prst="rect">
            <a:avLst/>
          </a:prstGeom>
          <a:noFill/>
          <a:ln w="0">
            <a:noFill/>
          </a:ln>
        </p:spPr>
        <p:txBody>
          <a:bodyPr lIns="91440" rIns="91440" tIns="45720" bIns="45720" anchor="b">
            <a:normAutofit/>
          </a:bodyPr>
          <a:p>
            <a:pPr indent="0" defTabSz="457200">
              <a:lnSpc>
                <a:spcPct val="100000"/>
              </a:lnSpc>
              <a:buNone/>
            </a:pPr>
            <a:r>
              <a:rPr b="0" lang="en-US" sz="2400" spc="-1" strike="noStrike">
                <a:solidFill>
                  <a:schemeClr val="accent1"/>
                </a:solidFill>
                <a:latin typeface="Trebuchet MS"/>
              </a:rPr>
              <a:t>Click to edit Master title style</a:t>
            </a:r>
            <a:endParaRPr b="0" lang="en-US" sz="2400" spc="-1" strike="noStrike">
              <a:solidFill>
                <a:schemeClr val="dk1"/>
              </a:solidFill>
              <a:latin typeface="Trebuchet MS"/>
            </a:endParaRPr>
          </a:p>
        </p:txBody>
      </p:sp>
      <p:sp>
        <p:nvSpPr>
          <p:cNvPr id="439" name="PlaceHolder 2"/>
          <p:cNvSpPr>
            <a:spLocks noGrp="1"/>
          </p:cNvSpPr>
          <p:nvPr>
            <p:ph type="body"/>
          </p:nvPr>
        </p:nvSpPr>
        <p:spPr>
          <a:xfrm>
            <a:off x="677160" y="609480"/>
            <a:ext cx="8596440" cy="3845520"/>
          </a:xfrm>
          <a:prstGeom prst="rect">
            <a:avLst/>
          </a:prstGeom>
          <a:noFill/>
          <a:ln w="0">
            <a:noFill/>
          </a:ln>
        </p:spPr>
        <p:txBody>
          <a:bodyPr lIns="90000" rIns="90000" tIns="45000" bIns="45000" anchor="t">
            <a:normAutofit/>
          </a:bodyPr>
          <a:p>
            <a:pPr indent="0" algn="ctr" defTabSz="457200">
              <a:lnSpc>
                <a:spcPct val="100000"/>
              </a:lnSpc>
              <a:buNone/>
              <a:tabLst>
                <a:tab algn="l" pos="0"/>
              </a:tabLst>
            </a:pPr>
            <a:r>
              <a:rPr b="0" lang="en-US" sz="1600" spc="-1" strike="noStrike">
                <a:solidFill>
                  <a:schemeClr val="dk1"/>
                </a:solidFill>
                <a:latin typeface="Trebuchet MS"/>
              </a:rPr>
              <a:t>Click icon to add picture</a:t>
            </a:r>
            <a:endParaRPr b="0" lang="en-US" sz="1600" spc="-1" strike="noStrike">
              <a:solidFill>
                <a:schemeClr val="dk1">
                  <a:lumMod val="75000"/>
                  <a:lumOff val="25000"/>
                </a:schemeClr>
              </a:solidFill>
              <a:latin typeface="Trebuchet MS"/>
            </a:endParaRPr>
          </a:p>
        </p:txBody>
      </p:sp>
      <p:sp>
        <p:nvSpPr>
          <p:cNvPr id="440" name="PlaceHolder 3"/>
          <p:cNvSpPr>
            <a:spLocks noGrp="1"/>
          </p:cNvSpPr>
          <p:nvPr>
            <p:ph type="body"/>
          </p:nvPr>
        </p:nvSpPr>
        <p:spPr>
          <a:xfrm>
            <a:off x="677160" y="5367240"/>
            <a:ext cx="8596440" cy="67356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b="0" lang="en-US" sz="1200" spc="-1" strike="noStrike">
                <a:solidFill>
                  <a:schemeClr val="dk1">
                    <a:lumMod val="75000"/>
                    <a:lumOff val="25000"/>
                  </a:schemeClr>
                </a:solidFill>
                <a:latin typeface="Trebuchet MS"/>
              </a:rPr>
              <a:t>Click to edit Master text styles</a:t>
            </a:r>
            <a:endParaRPr b="0" lang="en-US" sz="1200" spc="-1" strike="noStrike">
              <a:solidFill>
                <a:schemeClr val="dk1">
                  <a:lumMod val="75000"/>
                  <a:lumOff val="25000"/>
                </a:schemeClr>
              </a:solidFill>
              <a:latin typeface="Trebuchet MS"/>
            </a:endParaRPr>
          </a:p>
        </p:txBody>
      </p:sp>
      <p:sp>
        <p:nvSpPr>
          <p:cNvPr id="441" name="PlaceHolder 4"/>
          <p:cNvSpPr>
            <a:spLocks noGrp="1"/>
          </p:cNvSpPr>
          <p:nvPr>
            <p:ph type="ftr" idx="46"/>
          </p:nvPr>
        </p:nvSpPr>
        <p:spPr>
          <a:xfrm>
            <a:off x="677160" y="6041520"/>
            <a:ext cx="6297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42" name="PlaceHolder 5"/>
          <p:cNvSpPr>
            <a:spLocks noGrp="1"/>
          </p:cNvSpPr>
          <p:nvPr>
            <p:ph type="sldNum" idx="47"/>
          </p:nvPr>
        </p:nvSpPr>
        <p:spPr>
          <a:xfrm>
            <a:off x="8590680" y="6041520"/>
            <a:ext cx="6829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accent1"/>
                </a:solidFill>
                <a:latin typeface="Trebuchet MS"/>
              </a:defRPr>
            </a:lvl1pPr>
          </a:lstStyle>
          <a:p>
            <a:pPr indent="0" algn="r" defTabSz="457200">
              <a:lnSpc>
                <a:spcPct val="100000"/>
              </a:lnSpc>
              <a:buNone/>
            </a:pPr>
            <a:fld id="{C1309FA8-2F3A-47E8-91EE-A75C51D2DFBA}" type="slidenum">
              <a:rPr b="0" lang="en-US" sz="900" spc="-1" strike="noStrike">
                <a:solidFill>
                  <a:schemeClr val="accent1"/>
                </a:solidFill>
                <a:latin typeface="Trebuchet MS"/>
              </a:rPr>
              <a:t>&lt;number&gt;</a:t>
            </a:fld>
            <a:endParaRPr b="0" lang="en-US" sz="900" spc="-1" strike="noStrike">
              <a:solidFill>
                <a:srgbClr val="000000"/>
              </a:solidFill>
              <a:latin typeface="Times New Roman"/>
            </a:endParaRPr>
          </a:p>
        </p:txBody>
      </p:sp>
      <p:sp>
        <p:nvSpPr>
          <p:cNvPr id="443" name="PlaceHolder 6"/>
          <p:cNvSpPr>
            <a:spLocks noGrp="1"/>
          </p:cNvSpPr>
          <p:nvPr>
            <p:ph type="dt" idx="48"/>
          </p:nvPr>
        </p:nvSpPr>
        <p:spPr>
          <a:xfrm>
            <a:off x="7205040" y="6041520"/>
            <a:ext cx="91152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Trebuchet MS"/>
              </a:defRPr>
            </a:lvl1pPr>
          </a:lstStyle>
          <a:p>
            <a:pPr indent="0" algn="r" defTabSz="457200">
              <a:lnSpc>
                <a:spcPct val="100000"/>
              </a:lnSpc>
              <a:buNone/>
            </a:pPr>
            <a:r>
              <a:rPr b="0" lang="en-US" sz="900" spc="-1" strike="noStrike">
                <a:solidFill>
                  <a:schemeClr val="dk1">
                    <a:tint val="75000"/>
                  </a:schemeClr>
                </a:solidFill>
                <a:latin typeface="Trebuchet MS"/>
              </a:rPr>
              <a:t>&lt;date/time&gt;</a:t>
            </a:r>
            <a:endParaRPr b="0" lang="en-U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9.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jpeg"/><Relationship Id="rId3" Type="http://schemas.openxmlformats.org/officeDocument/2006/relationships/slideLayout" Target="../slideLayouts/slideLayout11.xml"/>
</Relationships>
</file>

<file path=ppt/slides/_rels/slide3.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3.png"/><Relationship Id="rId3" Type="http://schemas.openxmlformats.org/officeDocument/2006/relationships/slideLayout" Target="../slideLayouts/slideLayout11.xml"/>
</Relationships>
</file>

<file path=ppt/slides/_rels/slide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1.xml"/>
</Relationships>
</file>

<file path=ppt/slides/_rels/slide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5.png"/><Relationship Id="rId3" Type="http://schemas.openxmlformats.org/officeDocument/2006/relationships/slideLayout" Target="../slideLayouts/slideLayout10.xml"/><Relationship Id="rId4"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6.png"/><Relationship Id="rId3" Type="http://schemas.openxmlformats.org/officeDocument/2006/relationships/slideLayout" Target="../slideLayouts/slideLayout11.xml"/>
</Relationships>
</file>

<file path=ppt/slides/_rels/slide7.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7.png"/><Relationship Id="rId3" Type="http://schemas.openxmlformats.org/officeDocument/2006/relationships/slideLayout" Target="../slideLayouts/slideLayout11.xml"/>
</Relationships>
</file>

<file path=ppt/slides/_rels/slide8.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slideLayout" Target="../slideLayouts/slideLayout11.xml"/>
</Relationships>
</file>

<file path=ppt/slides/_rels/slide9.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slideLayout" Target="../slideLayouts/slideLayout11.xml"/>
</Relationships>
</file>

<file path=ppt/slides/_rels/slide10.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12.png"/><Relationship Id="rId3" Type="http://schemas.openxmlformats.org/officeDocument/2006/relationships/slideLayout" Target="../slideLayouts/slideLayout11.xml"/>
</Relationships>
</file>

<file path=ppt/slides/_rels/slide1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1.xml"/>
</Relationships>
</file>

<file path=ppt/slides/_rels/slide12.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1.xml"/>
</Relationships>
</file>

<file path=ppt/slides/_rels/slide13.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13.png"/><Relationship Id="rId3" Type="http://schemas.openxmlformats.org/officeDocument/2006/relationships/slideLayout" Target="../slideLayouts/slideLayout11.xml"/>
</Relationships>
</file>

<file path=ppt/slides/_rels/slide14.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0" name="PlaceHolder 1"/>
          <p:cNvSpPr>
            <a:spLocks noGrp="1"/>
          </p:cNvSpPr>
          <p:nvPr>
            <p:ph/>
          </p:nvPr>
        </p:nvSpPr>
        <p:spPr>
          <a:xfrm>
            <a:off x="-223200" y="3583800"/>
            <a:ext cx="3399840" cy="861120"/>
          </a:xfrm>
          <a:prstGeom prst="rect">
            <a:avLst/>
          </a:prstGeom>
          <a:noFill/>
          <a:ln w="0">
            <a:noFill/>
          </a:ln>
        </p:spPr>
        <p:txBody>
          <a:bodyPr lIns="91440" rIns="91440" tIns="45720" bIns="45720" anchor="t">
            <a:normAutofit/>
          </a:bodyPr>
          <a:p>
            <a:pPr indent="0" algn="r" defTabSz="457200">
              <a:lnSpc>
                <a:spcPct val="100000"/>
              </a:lnSpc>
              <a:spcBef>
                <a:spcPts val="1001"/>
              </a:spcBef>
              <a:buNone/>
              <a:tabLst>
                <a:tab algn="l" pos="0"/>
              </a:tabLst>
            </a:pPr>
            <a:r>
              <a:rPr b="0" lang="en-US" sz="2000" spc="-1" strike="noStrike">
                <a:solidFill>
                  <a:schemeClr val="dk1"/>
                </a:solidFill>
                <a:latin typeface="Trebuchet MS"/>
              </a:rPr>
              <a:t>Nilay Dawn </a:t>
            </a:r>
            <a:endParaRPr b="0" lang="en-US" sz="2000" spc="-1" strike="noStrike">
              <a:solidFill>
                <a:schemeClr val="dk1">
                  <a:lumMod val="75000"/>
                  <a:lumOff val="25000"/>
                </a:schemeClr>
              </a:solidFill>
              <a:latin typeface="Trebuchet MS"/>
            </a:endParaRPr>
          </a:p>
          <a:p>
            <a:pPr indent="0" algn="r" defTabSz="457200">
              <a:lnSpc>
                <a:spcPct val="100000"/>
              </a:lnSpc>
              <a:spcBef>
                <a:spcPts val="1001"/>
              </a:spcBef>
              <a:buNone/>
              <a:tabLst>
                <a:tab algn="l" pos="0"/>
              </a:tabLst>
            </a:pPr>
            <a:r>
              <a:rPr b="0" lang="en-US" sz="2000" spc="-1" strike="noStrike">
                <a:solidFill>
                  <a:schemeClr val="dk1"/>
                </a:solidFill>
                <a:latin typeface="Trebuchet MS"/>
              </a:rPr>
              <a:t>Brainware University </a:t>
            </a:r>
            <a:endParaRPr b="0" lang="en-US" sz="2000" spc="-1" strike="noStrike">
              <a:solidFill>
                <a:schemeClr val="dk1">
                  <a:lumMod val="75000"/>
                  <a:lumOff val="25000"/>
                </a:schemeClr>
              </a:solidFill>
              <a:latin typeface="Trebuchet MS"/>
            </a:endParaRPr>
          </a:p>
        </p:txBody>
      </p:sp>
      <p:sp>
        <p:nvSpPr>
          <p:cNvPr id="451" name="PlaceHolder 2"/>
          <p:cNvSpPr>
            <a:spLocks noGrp="1"/>
          </p:cNvSpPr>
          <p:nvPr>
            <p:ph type="title"/>
          </p:nvPr>
        </p:nvSpPr>
        <p:spPr>
          <a:xfrm>
            <a:off x="678240" y="2844720"/>
            <a:ext cx="8008560" cy="743040"/>
          </a:xfrm>
          <a:prstGeom prst="rect">
            <a:avLst/>
          </a:prstGeom>
          <a:noFill/>
          <a:ln w="0">
            <a:noFill/>
          </a:ln>
        </p:spPr>
        <p:txBody>
          <a:bodyPr lIns="91440" rIns="91440" tIns="45720" bIns="45720" anchor="t">
            <a:normAutofit fontScale="93550"/>
          </a:bodyPr>
          <a:p>
            <a:pPr indent="0" defTabSz="457200">
              <a:lnSpc>
                <a:spcPct val="100000"/>
              </a:lnSpc>
              <a:spcBef>
                <a:spcPts val="1191"/>
              </a:spcBef>
              <a:spcAft>
                <a:spcPts val="992"/>
              </a:spcAft>
              <a:buNone/>
            </a:pPr>
            <a:r>
              <a:rPr b="0" lang="en-GB" sz="3200" spc="-1" strike="noStrike">
                <a:solidFill>
                  <a:schemeClr val="dk1"/>
                </a:solidFill>
                <a:latin typeface="Trebuchet MS"/>
              </a:rPr>
              <a:t>Seasonal Agriculture Performance Analysis</a:t>
            </a:r>
            <a:endParaRPr b="1" lang="en-US" sz="3200" spc="-1" strike="noStrike">
              <a:solidFill>
                <a:schemeClr val="dk1"/>
              </a:solidFill>
              <a:latin typeface="Trebuchet MS"/>
            </a:endParaRPr>
          </a:p>
        </p:txBody>
      </p:sp>
      <p:sp>
        <p:nvSpPr>
          <p:cNvPr id="452" name="Text Placeholder 1"/>
          <p:cNvSpPr/>
          <p:nvPr/>
        </p:nvSpPr>
        <p:spPr>
          <a:xfrm>
            <a:off x="6400800" y="2793960"/>
            <a:ext cx="3311640" cy="861120"/>
          </a:xfrm>
          <a:prstGeom prst="rect">
            <a:avLst/>
          </a:prstGeom>
          <a:noFill/>
          <a:ln w="0">
            <a:noFill/>
          </a:ln>
        </p:spPr>
        <p:style>
          <a:lnRef idx="0"/>
          <a:fillRef idx="0"/>
          <a:effectRef idx="0"/>
          <a:fontRef idx="minor"/>
        </p:style>
        <p:txBody>
          <a:bodyPr anchor="t">
            <a:normAutofit/>
          </a:bodyPr>
          <a:p>
            <a:pPr defTabSz="457200">
              <a:lnSpc>
                <a:spcPct val="100000"/>
              </a:lnSpc>
              <a:spcBef>
                <a:spcPts val="1001"/>
              </a:spcBef>
              <a:tabLst>
                <a:tab algn="l" pos="0"/>
              </a:tabLst>
            </a:pPr>
            <a:endParaRPr b="1" lang="en-GB" sz="2400" spc="-1" strike="noStrike">
              <a:solidFill>
                <a:schemeClr val="accent4"/>
              </a:solidFill>
              <a:latin typeface="Trebuchet MS"/>
            </a:endParaRPr>
          </a:p>
        </p:txBody>
      </p:sp>
      <p:pic>
        <p:nvPicPr>
          <p:cNvPr id="453" name="Picture 5" descr=""/>
          <p:cNvPicPr/>
          <p:nvPr/>
        </p:nvPicPr>
        <p:blipFill>
          <a:blip r:embed="rId1"/>
          <a:srcRect l="0" t="96170" r="0" b="0"/>
          <a:stretch/>
        </p:blipFill>
        <p:spPr>
          <a:xfrm>
            <a:off x="676080" y="6472080"/>
            <a:ext cx="2142720" cy="192600"/>
          </a:xfrm>
          <a:prstGeom prst="rect">
            <a:avLst/>
          </a:prstGeom>
          <a:ln w="0">
            <a:noFill/>
          </a:ln>
        </p:spPr>
      </p:pic>
      <p:sp>
        <p:nvSpPr>
          <p:cNvPr id="454" name="TextBox 2"/>
          <p:cNvSpPr/>
          <p:nvPr/>
        </p:nvSpPr>
        <p:spPr>
          <a:xfrm>
            <a:off x="957240" y="4576320"/>
            <a:ext cx="5672160" cy="3646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800" spc="-1" strike="noStrike">
                <a:solidFill>
                  <a:schemeClr val="dk1"/>
                </a:solidFill>
                <a:latin typeface="Trebuchet MS"/>
              </a:rPr>
              <a:t>AICTE STU ID : STU68184726cdff41746421542</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26">
                                  <p:stCondLst>
                                    <p:cond delay="0"/>
                                  </p:stCondLst>
                                  <p:childTnLst>
                                    <p:set>
                                      <p:cBhvr>
                                        <p:cTn id="6" dur="1" fill="hold">
                                          <p:stCondLst>
                                            <p:cond delay="0"/>
                                          </p:stCondLst>
                                        </p:cTn>
                                        <p:tgtEl>
                                          <p:spTgt spid="451"/>
                                        </p:tgtEl>
                                        <p:attrNameLst>
                                          <p:attrName>style.visibility</p:attrName>
                                        </p:attrNameLst>
                                      </p:cBhvr>
                                      <p:to>
                                        <p:strVal val="visible"/>
                                      </p:to>
                                    </p:set>
                                    <p:animEffect filter="wipe(down)" transition="in">
                                      <p:cBhvr additive="repl">
                                        <p:cTn id="7" dur="580">
                                          <p:stCondLst>
                                            <p:cond delay="0"/>
                                          </p:stCondLst>
                                        </p:cTn>
                                        <p:tgtEl>
                                          <p:spTgt spid="451"/>
                                        </p:tgtEl>
                                      </p:cBhvr>
                                    </p:animEffect>
                                    <p:anim calcmode="lin" valueType="num">
                                      <p:cBhvr additive="repl">
                                        <p:cTn id="8" dur="1822">
                                          <p:stCondLst>
                                            <p:cond delay="0"/>
                                          </p:stCondLst>
                                        </p:cTn>
                                        <p:tgtEl>
                                          <p:spTgt spid="451"/>
                                        </p:tgtEl>
                                        <p:attrNameLst>
                                          <p:attrName>ppt_x</p:attrName>
                                        </p:attrNameLst>
                                      </p:cBhvr>
                                      <p:tavLst>
                                        <p:tav tm="0">
                                          <p:val>
                                            <p:strVal val="#ppt_x-0.25"/>
                                          </p:val>
                                        </p:tav>
                                        <p:tav tm="100000">
                                          <p:val>
                                            <p:strVal val="#ppt_x"/>
                                          </p:val>
                                        </p:tav>
                                      </p:tavLst>
                                    </p:anim>
                                    <p:anim calcmode="lin" valueType="num">
                                      <p:cBhvr additive="repl">
                                        <p:cTn id="9" dur="664">
                                          <p:stCondLst>
                                            <p:cond delay="0"/>
                                          </p:stCondLst>
                                        </p:cTn>
                                        <p:tgtEl>
                                          <p:spTgt spid="451"/>
                                        </p:tgtEl>
                                        <p:attrNameLst>
                                          <p:attrName>ppt_y</p:attrName>
                                        </p:attrNameLst>
                                      </p:cBhvr>
                                      <p:tavLst>
                                        <p:tav fmla="y-sin(pi*$)/3" tm="0">
                                          <p:val>
                                            <p:fltVal val="0.5"/>
                                          </p:val>
                                        </p:tav>
                                        <p:tav fmla="y-sin(pi*$)/3" tm="100000">
                                          <p:val>
                                            <p:fltVal val="1"/>
                                          </p:val>
                                        </p:tav>
                                      </p:tavLst>
                                    </p:anim>
                                    <p:anim calcmode="lin" valueType="num">
                                      <p:cBhvr additive="repl">
                                        <p:cTn id="10" dur="664">
                                          <p:stCondLst>
                                            <p:cond delay="664"/>
                                          </p:stCondLst>
                                        </p:cTn>
                                        <p:tgtEl>
                                          <p:spTgt spid="451"/>
                                        </p:tgtEl>
                                        <p:attrNameLst>
                                          <p:attrName>ppt_y</p:attrName>
                                        </p:attrNameLst>
                                      </p:cBhvr>
                                      <p:tavLst>
                                        <p:tav fmla="y-sin(pi*$)/9" tm="0">
                                          <p:val>
                                            <p:fltVal val="0"/>
                                          </p:val>
                                        </p:tav>
                                        <p:tav fmla="y-sin(pi*$)/9" tm="100000">
                                          <p:val>
                                            <p:fltVal val="1"/>
                                          </p:val>
                                        </p:tav>
                                      </p:tavLst>
                                    </p:anim>
                                    <p:anim calcmode="lin" valueType="num">
                                      <p:cBhvr additive="repl">
                                        <p:cTn id="11" dur="332">
                                          <p:stCondLst>
                                            <p:cond delay="1324"/>
                                          </p:stCondLst>
                                        </p:cTn>
                                        <p:tgtEl>
                                          <p:spTgt spid="451"/>
                                        </p:tgtEl>
                                        <p:attrNameLst>
                                          <p:attrName>ppt_y</p:attrName>
                                        </p:attrNameLst>
                                      </p:cBhvr>
                                      <p:tavLst>
                                        <p:tav fmla="y-sin(pi*$)/27" tm="0">
                                          <p:val>
                                            <p:fltVal val="0"/>
                                          </p:val>
                                        </p:tav>
                                        <p:tav fmla="y-sin(pi*$)/27" tm="100000">
                                          <p:val>
                                            <p:fltVal val="1"/>
                                          </p:val>
                                        </p:tav>
                                      </p:tavLst>
                                    </p:anim>
                                    <p:anim calcmode="lin" valueType="num">
                                      <p:cBhvr additive="repl">
                                        <p:cTn id="12" dur="164">
                                          <p:stCondLst>
                                            <p:cond delay="1656"/>
                                          </p:stCondLst>
                                        </p:cTn>
                                        <p:tgtEl>
                                          <p:spTgt spid="451"/>
                                        </p:tgtEl>
                                        <p:attrNameLst>
                                          <p:attrName>ppt_y</p:attrName>
                                        </p:attrNameLst>
                                      </p:cBhvr>
                                      <p:tavLst>
                                        <p:tav fmla="y-sin(pi*$)/81" tm="0">
                                          <p:val>
                                            <p:fltVal val="0"/>
                                          </p:val>
                                        </p:tav>
                                        <p:tav fmla="y-sin(pi*$)/81" tm="100000">
                                          <p:val>
                                            <p:fltVal val="1"/>
                                          </p:val>
                                        </p:tav>
                                      </p:tavLst>
                                    </p:anim>
                                    <p:animScale>
                                      <p:cBhvr>
                                        <p:cTn id="13" dur="26" fill="hold">
                                          <p:stCondLst>
                                            <p:cond delay="650"/>
                                          </p:stCondLst>
                                        </p:cTn>
                                        <p:tgtEl>
                                          <p:spTgt spid="451"/>
                                        </p:tgtEl>
                                      </p:cBhvr>
                                      <p:to x="100000" y="60000"/>
                                    </p:animScale>
                                    <p:animScale>
                                      <p:cBhvr>
                                        <p:cTn id="14" dur="166" fill="hold">
                                          <p:stCondLst>
                                            <p:cond delay="676"/>
                                          </p:stCondLst>
                                        </p:cTn>
                                        <p:tgtEl>
                                          <p:spTgt spid="451"/>
                                        </p:tgtEl>
                                      </p:cBhvr>
                                      <p:to x="100000" y="100000"/>
                                    </p:animScale>
                                    <p:animScale>
                                      <p:cBhvr>
                                        <p:cTn id="15" dur="26" fill="hold">
                                          <p:stCondLst>
                                            <p:cond delay="1312"/>
                                          </p:stCondLst>
                                        </p:cTn>
                                        <p:tgtEl>
                                          <p:spTgt spid="451"/>
                                        </p:tgtEl>
                                      </p:cBhvr>
                                      <p:to x="100000" y="80000"/>
                                    </p:animScale>
                                    <p:animScale>
                                      <p:cBhvr>
                                        <p:cTn id="16" dur="166" fill="hold">
                                          <p:stCondLst>
                                            <p:cond delay="1338"/>
                                          </p:stCondLst>
                                        </p:cTn>
                                        <p:tgtEl>
                                          <p:spTgt spid="451"/>
                                        </p:tgtEl>
                                      </p:cBhvr>
                                      <p:to x="100000" y="100000"/>
                                    </p:animScale>
                                    <p:animScale>
                                      <p:cBhvr>
                                        <p:cTn id="17" dur="26" fill="hold">
                                          <p:stCondLst>
                                            <p:cond delay="1642"/>
                                          </p:stCondLst>
                                        </p:cTn>
                                        <p:tgtEl>
                                          <p:spTgt spid="451"/>
                                        </p:tgtEl>
                                      </p:cBhvr>
                                      <p:to x="100000" y="90000"/>
                                    </p:animScale>
                                    <p:animScale>
                                      <p:cBhvr>
                                        <p:cTn id="18" dur="166" fill="hold">
                                          <p:stCondLst>
                                            <p:cond delay="1668"/>
                                          </p:stCondLst>
                                        </p:cTn>
                                        <p:tgtEl>
                                          <p:spTgt spid="451"/>
                                        </p:tgtEl>
                                      </p:cBhvr>
                                      <p:to x="100000" y="100000"/>
                                    </p:animScale>
                                    <p:animScale>
                                      <p:cBhvr>
                                        <p:cTn id="19" dur="26" fill="hold">
                                          <p:stCondLst>
                                            <p:cond delay="1808"/>
                                          </p:stCondLst>
                                        </p:cTn>
                                        <p:tgtEl>
                                          <p:spTgt spid="451"/>
                                        </p:tgtEl>
                                      </p:cBhvr>
                                      <p:to x="100000" y="95000"/>
                                    </p:animScale>
                                    <p:animScale>
                                      <p:cBhvr>
                                        <p:cTn id="20" dur="166" fill="hold">
                                          <p:stCondLst>
                                            <p:cond delay="1834"/>
                                          </p:stCondLst>
                                        </p:cTn>
                                        <p:tgtEl>
                                          <p:spTgt spid="451"/>
                                        </p:tgtEl>
                                      </p:cBhvr>
                                      <p:to x="100000" y="100000"/>
                                    </p:animScale>
                                  </p:childTnLst>
                                </p:cTn>
                              </p:par>
                            </p:childTnLst>
                          </p:cTn>
                        </p:par>
                      </p:childTnLst>
                    </p:cTn>
                  </p:par>
                  <p:par>
                    <p:cTn id="21" fill="hold">
                      <p:stCondLst>
                        <p:cond delay="indefinite"/>
                      </p:stCondLst>
                      <p:childTnLst>
                        <p:par>
                          <p:cTn id="22" fill="hold">
                            <p:stCondLst>
                              <p:cond delay="0"/>
                            </p:stCondLst>
                            <p:childTnLst>
                              <p:par>
                                <p:cTn id="23" nodeType="clickEffect" fill="hold" presetClass="entr" presetID="53" presetSubtype="16">
                                  <p:stCondLst>
                                    <p:cond delay="0"/>
                                  </p:stCondLst>
                                  <p:endCondLst>
                                    <p:cond delay="0" evt="begin">
                                      <p:tn val="23"/>
                                    </p:cond>
                                  </p:endCondLst>
                                  <p:childTnLst>
                                    <p:set>
                                      <p:cBhvr>
                                        <p:cTn id="24" dur="1" fill="hold">
                                          <p:stCondLst>
                                            <p:cond delay="0"/>
                                          </p:stCondLst>
                                        </p:cTn>
                                        <p:tgtEl>
                                          <p:spTgt spid="452"/>
                                        </p:tgtEl>
                                        <p:attrNameLst>
                                          <p:attrName>style.visibility</p:attrName>
                                        </p:attrNameLst>
                                      </p:cBhvr>
                                      <p:to>
                                        <p:strVal val="visible"/>
                                      </p:to>
                                    </p:set>
                                    <p:anim calcmode="lin" valueType="num">
                                      <p:cBhvr additive="repl">
                                        <p:cTn id="25" dur="500" fill="hold"/>
                                        <p:tgtEl>
                                          <p:spTgt spid="452"/>
                                        </p:tgtEl>
                                        <p:attrNameLst>
                                          <p:attrName>ppt_w</p:attrName>
                                        </p:attrNameLst>
                                      </p:cBhvr>
                                      <p:tavLst>
                                        <p:tav tm="0">
                                          <p:val>
                                            <p:fltVal val="0"/>
                                          </p:val>
                                        </p:tav>
                                        <p:tav tm="100000">
                                          <p:val>
                                            <p:strVal val="#ppt_w"/>
                                          </p:val>
                                        </p:tav>
                                      </p:tavLst>
                                    </p:anim>
                                    <p:anim calcmode="lin" valueType="num">
                                      <p:cBhvr additive="repl">
                                        <p:cTn id="26" dur="500" fill="hold"/>
                                        <p:tgtEl>
                                          <p:spTgt spid="452"/>
                                        </p:tgtEl>
                                        <p:attrNameLst>
                                          <p:attrName>ppt_h</p:attrName>
                                        </p:attrNameLst>
                                      </p:cBhvr>
                                      <p:tavLst>
                                        <p:tav tm="0">
                                          <p:val>
                                            <p:fltVal val="0"/>
                                          </p:val>
                                        </p:tav>
                                        <p:tav tm="100000">
                                          <p:val>
                                            <p:strVal val="#ppt_h"/>
                                          </p:val>
                                        </p:tav>
                                      </p:tavLst>
                                    </p:anim>
                                    <p:animEffect filter="fade" transition="in">
                                      <p:cBhvr additive="repl">
                                        <p:cTn id="27" dur="500"/>
                                        <p:tgtEl>
                                          <p:spTgt spid="452"/>
                                        </p:tgtEl>
                                      </p:cBhvr>
                                    </p:animEffect>
                                  </p:childTnLst>
                                </p:cTn>
                              </p:par>
                            </p:childTnLst>
                          </p:cTn>
                        </p:par>
                      </p:childTnLst>
                    </p:cTn>
                  </p:par>
                  <p:par>
                    <p:cTn id="28" fill="hold">
                      <p:stCondLst>
                        <p:cond delay="indefinite"/>
                      </p:stCondLst>
                      <p:childTnLst>
                        <p:par>
                          <p:cTn id="29" fill="hold">
                            <p:stCondLst>
                              <p:cond delay="0"/>
                            </p:stCondLst>
                            <p:childTnLst>
                              <p:par>
                                <p:cTn id="30" nodeType="clickEffect" fill="hold" presetClass="entr" presetID="14" presetSubtype="10">
                                  <p:stCondLst>
                                    <p:cond delay="0"/>
                                  </p:stCondLst>
                                  <p:childTnLst>
                                    <p:set>
                                      <p:cBhvr>
                                        <p:cTn id="31" dur="1" fill="hold">
                                          <p:stCondLst>
                                            <p:cond delay="0"/>
                                          </p:stCondLst>
                                        </p:cTn>
                                        <p:tgtEl>
                                          <p:spTgt spid="450">
                                            <p:txEl>
                                              <p:pRg st="0" end="0"/>
                                            </p:txEl>
                                          </p:spTgt>
                                        </p:tgtEl>
                                        <p:attrNameLst>
                                          <p:attrName>style.visibility</p:attrName>
                                        </p:attrNameLst>
                                      </p:cBhvr>
                                      <p:to>
                                        <p:strVal val="visible"/>
                                      </p:to>
                                    </p:set>
                                    <p:animEffect filter="randombar(horizontal)" transition="in">
                                      <p:cBhvr additive="repl">
                                        <p:cTn id="32" dur="500"/>
                                        <p:tgtEl>
                                          <p:spTgt spid="450">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nodeType="clickEffect" fill="hold" presetClass="entr" presetID="14" presetSubtype="10">
                                  <p:stCondLst>
                                    <p:cond delay="0"/>
                                  </p:stCondLst>
                                  <p:childTnLst>
                                    <p:set>
                                      <p:cBhvr>
                                        <p:cTn id="36" dur="1" fill="hold">
                                          <p:stCondLst>
                                            <p:cond delay="0"/>
                                          </p:stCondLst>
                                        </p:cTn>
                                        <p:tgtEl>
                                          <p:spTgt spid="450">
                                            <p:txEl>
                                              <p:pRg st="1" end="1"/>
                                            </p:txEl>
                                          </p:spTgt>
                                        </p:tgtEl>
                                        <p:attrNameLst>
                                          <p:attrName>style.visibility</p:attrName>
                                        </p:attrNameLst>
                                      </p:cBhvr>
                                      <p:to>
                                        <p:strVal val="visible"/>
                                      </p:to>
                                    </p:set>
                                    <p:animEffect filter="randombar(horizontal)" transition="in">
                                      <p:cBhvr additive="repl">
                                        <p:cTn id="37" dur="500"/>
                                        <p:tgtEl>
                                          <p:spTgt spid="450">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5" name="PlaceHolder 1"/>
          <p:cNvSpPr>
            <a:spLocks noGrp="1"/>
          </p:cNvSpPr>
          <p:nvPr>
            <p:ph/>
          </p:nvPr>
        </p:nvSpPr>
        <p:spPr>
          <a:xfrm>
            <a:off x="1046520" y="1875600"/>
            <a:ext cx="6431040" cy="3607560"/>
          </a:xfrm>
          <a:prstGeom prst="rect">
            <a:avLst/>
          </a:prstGeom>
          <a:noFill/>
          <a:ln w="0">
            <a:noFill/>
          </a:ln>
        </p:spPr>
        <p:txBody>
          <a:bodyPr lIns="91440" rIns="91440" tIns="45720" bIns="45720" anchor="t">
            <a:normAutofit fontScale="68456" lnSpcReduction="20000"/>
          </a:bodyPr>
          <a:p>
            <a:pPr marL="343080" indent="-343080" defTabSz="457200">
              <a:lnSpc>
                <a:spcPct val="100000"/>
              </a:lnSpc>
              <a:spcBef>
                <a:spcPts val="1001"/>
              </a:spcBef>
              <a:buClr>
                <a:srgbClr val="2e946b"/>
              </a:buClr>
              <a:buSzPct val="80000"/>
              <a:buFont typeface="Wingdings" charset="2"/>
              <a:buChar char=""/>
            </a:pPr>
            <a:r>
              <a:rPr b="0" lang="en-US" sz="2800" spc="-1" strike="noStrike">
                <a:solidFill>
                  <a:schemeClr val="dk1">
                    <a:lumMod val="75000"/>
                    <a:lumOff val="25000"/>
                  </a:schemeClr>
                </a:solidFill>
                <a:latin typeface="Trebuchet MS"/>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b="0" lang="en-US" sz="2800" spc="-1" strike="noStrike">
              <a:solidFill>
                <a:schemeClr val="dk1">
                  <a:lumMod val="75000"/>
                  <a:lumOff val="25000"/>
                </a:schemeClr>
              </a:solidFill>
              <a:latin typeface="Trebuchet MS"/>
            </a:endParaRPr>
          </a:p>
        </p:txBody>
      </p:sp>
      <p:sp>
        <p:nvSpPr>
          <p:cNvPr id="456" name="PlaceHolder 2"/>
          <p:cNvSpPr>
            <a:spLocks noGrp="1"/>
          </p:cNvSpPr>
          <p:nvPr>
            <p:ph type="title"/>
          </p:nvPr>
        </p:nvSpPr>
        <p:spPr>
          <a:xfrm>
            <a:off x="754560" y="550440"/>
            <a:ext cx="6995160" cy="789840"/>
          </a:xfrm>
          <a:prstGeom prst="rect">
            <a:avLst/>
          </a:prstGeom>
          <a:noFill/>
          <a:ln w="0">
            <a:noFill/>
          </a:ln>
        </p:spPr>
        <p:txBody>
          <a:bodyPr lIns="91440" rIns="91440" tIns="45720" bIns="45720" anchor="t">
            <a:normAutofit fontScale="98144"/>
          </a:bodyPr>
          <a:p>
            <a:pPr indent="0" defTabSz="457200">
              <a:lnSpc>
                <a:spcPct val="100000"/>
              </a:lnSpc>
              <a:buNone/>
            </a:pPr>
            <a:r>
              <a:rPr b="1" lang="en-US" sz="4800" spc="-1" strike="noStrike">
                <a:solidFill>
                  <a:schemeClr val="dk1"/>
                </a:solidFill>
                <a:latin typeface="Trebuchet MS"/>
              </a:rPr>
              <a:t>PROBLEM  STATEMENT</a:t>
            </a:r>
            <a:endParaRPr b="0" lang="en-US" sz="4800" spc="-1" strike="noStrike">
              <a:solidFill>
                <a:schemeClr val="dk1"/>
              </a:solidFill>
              <a:latin typeface="Trebuchet MS"/>
            </a:endParaRPr>
          </a:p>
        </p:txBody>
      </p:sp>
      <p:pic>
        <p:nvPicPr>
          <p:cNvPr id="457" name="Picture 4" descr=""/>
          <p:cNvPicPr/>
          <p:nvPr/>
        </p:nvPicPr>
        <p:blipFill>
          <a:blip r:embed="rId1"/>
          <a:stretch/>
        </p:blipFill>
        <p:spPr>
          <a:xfrm>
            <a:off x="7995600" y="2930760"/>
            <a:ext cx="2760480" cy="3264120"/>
          </a:xfrm>
          <a:prstGeom prst="rect">
            <a:avLst/>
          </a:prstGeom>
          <a:ln w="0">
            <a:noFill/>
          </a:ln>
        </p:spPr>
      </p:pic>
      <p:pic>
        <p:nvPicPr>
          <p:cNvPr id="458" name="Picture 5" descr=""/>
          <p:cNvPicPr/>
          <p:nvPr/>
        </p:nvPicPr>
        <p:blipFill>
          <a:blip r:embed="rId2"/>
          <a:srcRect l="0" t="96170" r="0" b="0"/>
          <a:stretch/>
        </p:blipFill>
        <p:spPr>
          <a:xfrm>
            <a:off x="676080" y="6472080"/>
            <a:ext cx="2142720" cy="192600"/>
          </a:xfrm>
          <a:prstGeom prst="rect">
            <a:avLst/>
          </a:prstGeom>
          <a:ln w="0">
            <a:noFill/>
          </a:ln>
        </p:spPr>
      </p:pic>
    </p:spTree>
  </p:cSld>
  <mc:AlternateContent>
    <mc:Choice Requires="p14">
      <p:transition spd="slow" p14:dur="2000"/>
    </mc:Choice>
    <mc:Fallback>
      <p:transition spd="slow"/>
    </mc:Fallback>
  </mc:AlternateContent>
  <p:timing>
    <p:tnLst>
      <p:par>
        <p:cTn id="38" dur="indefinite" restart="never" nodeType="tmRoot">
          <p:childTnLst>
            <p:seq>
              <p:cTn id="39" dur="indefinite" nodeType="mainSeq">
                <p:childTnLst>
                  <p:par>
                    <p:cTn id="40" fill="hold">
                      <p:stCondLst>
                        <p:cond delay="indefinite"/>
                      </p:stCondLst>
                      <p:childTnLst>
                        <p:par>
                          <p:cTn id="41" fill="hold">
                            <p:stCondLst>
                              <p:cond delay="0"/>
                            </p:stCondLst>
                            <p:childTnLst>
                              <p:par>
                                <p:cTn id="42" nodeType="clickEffect" fill="hold" presetClass="entr" presetID="53" presetSubtype="16">
                                  <p:stCondLst>
                                    <p:cond delay="0"/>
                                  </p:stCondLst>
                                  <p:childTnLst>
                                    <p:set>
                                      <p:cBhvr>
                                        <p:cTn id="43" dur="1" fill="hold">
                                          <p:stCondLst>
                                            <p:cond delay="0"/>
                                          </p:stCondLst>
                                        </p:cTn>
                                        <p:tgtEl>
                                          <p:spTgt spid="456"/>
                                        </p:tgtEl>
                                        <p:attrNameLst>
                                          <p:attrName>style.visibility</p:attrName>
                                        </p:attrNameLst>
                                      </p:cBhvr>
                                      <p:to>
                                        <p:strVal val="visible"/>
                                      </p:to>
                                    </p:set>
                                    <p:anim calcmode="lin" valueType="num">
                                      <p:cBhvr additive="repl">
                                        <p:cTn id="44" dur="500" fill="hold"/>
                                        <p:tgtEl>
                                          <p:spTgt spid="456"/>
                                        </p:tgtEl>
                                        <p:attrNameLst>
                                          <p:attrName>ppt_w</p:attrName>
                                        </p:attrNameLst>
                                      </p:cBhvr>
                                      <p:tavLst>
                                        <p:tav tm="0">
                                          <p:val>
                                            <p:fltVal val="0"/>
                                          </p:val>
                                        </p:tav>
                                        <p:tav tm="100000">
                                          <p:val>
                                            <p:strVal val="#ppt_w"/>
                                          </p:val>
                                        </p:tav>
                                      </p:tavLst>
                                    </p:anim>
                                    <p:anim calcmode="lin" valueType="num">
                                      <p:cBhvr additive="repl">
                                        <p:cTn id="45" dur="500" fill="hold"/>
                                        <p:tgtEl>
                                          <p:spTgt spid="456"/>
                                        </p:tgtEl>
                                        <p:attrNameLst>
                                          <p:attrName>ppt_h</p:attrName>
                                        </p:attrNameLst>
                                      </p:cBhvr>
                                      <p:tavLst>
                                        <p:tav tm="0">
                                          <p:val>
                                            <p:fltVal val="0"/>
                                          </p:val>
                                        </p:tav>
                                        <p:tav tm="100000">
                                          <p:val>
                                            <p:strVal val="#ppt_h"/>
                                          </p:val>
                                        </p:tav>
                                      </p:tavLst>
                                    </p:anim>
                                    <p:animEffect filter="fade" transition="in">
                                      <p:cBhvr additive="repl">
                                        <p:cTn id="46" dur="500"/>
                                        <p:tgtEl>
                                          <p:spTgt spid="456"/>
                                        </p:tgtEl>
                                      </p:cBhvr>
                                    </p:animEffect>
                                  </p:childTnLst>
                                </p:cTn>
                              </p:par>
                            </p:childTnLst>
                          </p:cTn>
                        </p:par>
                      </p:childTnLst>
                    </p:cTn>
                  </p:par>
                  <p:par>
                    <p:cTn id="47" fill="hold">
                      <p:stCondLst>
                        <p:cond delay="indefinite"/>
                      </p:stCondLst>
                      <p:childTnLst>
                        <p:par>
                          <p:cTn id="48" fill="hold">
                            <p:stCondLst>
                              <p:cond delay="0"/>
                            </p:stCondLst>
                            <p:childTnLst>
                              <p:par>
                                <p:cTn id="49" nodeType="clickEffect" fill="hold" presetClass="entr" presetID="42">
                                  <p:stCondLst>
                                    <p:cond delay="0"/>
                                  </p:stCondLst>
                                  <p:childTnLst>
                                    <p:set>
                                      <p:cBhvr>
                                        <p:cTn id="50" dur="1" fill="hold">
                                          <p:stCondLst>
                                            <p:cond delay="0"/>
                                          </p:stCondLst>
                                        </p:cTn>
                                        <p:tgtEl>
                                          <p:spTgt spid="455">
                                            <p:txEl>
                                              <p:pRg st="0" end="0"/>
                                            </p:txEl>
                                          </p:spTgt>
                                        </p:tgtEl>
                                        <p:attrNameLst>
                                          <p:attrName>style.visibility</p:attrName>
                                        </p:attrNameLst>
                                      </p:cBhvr>
                                      <p:to>
                                        <p:strVal val="visible"/>
                                      </p:to>
                                    </p:set>
                                    <p:animEffect filter="fade" transition="in">
                                      <p:cBhvr additive="repl">
                                        <p:cTn id="51" dur="1000"/>
                                        <p:tgtEl>
                                          <p:spTgt spid="455">
                                            <p:txEl>
                                              <p:pRg st="0" end="0"/>
                                            </p:txEl>
                                          </p:spTgt>
                                        </p:tgtEl>
                                      </p:cBhvr>
                                    </p:animEffect>
                                    <p:anim calcmode="lin" valueType="num">
                                      <p:cBhvr additive="repl">
                                        <p:cTn id="52" dur="1000" fill="hold"/>
                                        <p:tgtEl>
                                          <p:spTgt spid="455">
                                            <p:txEl>
                                              <p:pRg st="0" end="0"/>
                                            </p:txEl>
                                          </p:spTgt>
                                        </p:tgtEl>
                                        <p:attrNameLst>
                                          <p:attrName>ppt_x</p:attrName>
                                        </p:attrNameLst>
                                      </p:cBhvr>
                                      <p:tavLst>
                                        <p:tav tm="0">
                                          <p:val>
                                            <p:strVal val="#ppt_x"/>
                                          </p:val>
                                        </p:tav>
                                        <p:tav tm="100000">
                                          <p:val>
                                            <p:strVal val="#ppt_x"/>
                                          </p:val>
                                        </p:tav>
                                      </p:tavLst>
                                    </p:anim>
                                    <p:anim calcmode="lin" valueType="num">
                                      <p:cBhvr additive="repl">
                                        <p:cTn id="53" dur="1000" fill="hold"/>
                                        <p:tgtEl>
                                          <p:spTgt spid="455">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lumMod val="95000"/>
          </a:schemeClr>
        </a:solidFill>
      </p:bgPr>
    </p:bg>
    <p:spTree>
      <p:nvGrpSpPr>
        <p:cNvPr id="1" name=""/>
        <p:cNvGrpSpPr/>
        <p:nvPr/>
      </p:nvGrpSpPr>
      <p:grpSpPr>
        <a:xfrm>
          <a:off x="0" y="0"/>
          <a:ext cx="0" cy="0"/>
          <a:chOff x="0" y="0"/>
          <a:chExt cx="0" cy="0"/>
        </a:xfrm>
      </p:grpSpPr>
      <p:sp>
        <p:nvSpPr>
          <p:cNvPr id="459" name="PlaceHolder 1"/>
          <p:cNvSpPr>
            <a:spLocks noGrp="1"/>
          </p:cNvSpPr>
          <p:nvPr>
            <p:ph type="title"/>
          </p:nvPr>
        </p:nvSpPr>
        <p:spPr>
          <a:xfrm>
            <a:off x="431640" y="457200"/>
            <a:ext cx="8483760" cy="5595480"/>
          </a:xfrm>
          <a:prstGeom prst="rect">
            <a:avLst/>
          </a:prstGeom>
          <a:noFill/>
          <a:ln w="0">
            <a:noFill/>
          </a:ln>
        </p:spPr>
        <p:txBody>
          <a:bodyPr lIns="91440" rIns="91440" tIns="45720" bIns="45720" anchor="t">
            <a:normAutofit fontScale="27922"/>
          </a:bodyPr>
          <a:p>
            <a:pPr indent="0" defTabSz="457200">
              <a:lnSpc>
                <a:spcPct val="100000"/>
              </a:lnSpc>
              <a:spcBef>
                <a:spcPts val="1191"/>
              </a:spcBef>
              <a:spcAft>
                <a:spcPts val="992"/>
              </a:spcAft>
              <a:buNone/>
            </a:pPr>
            <a:r>
              <a:rPr b="1" lang="en-GB" sz="7200" spc="-1" strike="noStrike">
                <a:solidFill>
                  <a:schemeClr val="dk1"/>
                </a:solidFill>
                <a:latin typeface="Trebuchet MS"/>
              </a:rPr>
              <a:t>Project Description</a:t>
            </a:r>
            <a:br>
              <a:rPr sz="4800"/>
            </a:br>
            <a:br>
              <a:rPr sz="4800"/>
            </a:br>
            <a:r>
              <a:rPr b="0" lang="en-GB" sz="4800" spc="-1" strike="noStrike">
                <a:solidFill>
                  <a:schemeClr val="dk1"/>
                </a:solidFill>
                <a:latin typeface="Trebuchet MS"/>
              </a:rPr>
              <a:t>The primary objective of this project is to analyze agricultural data from different seasons and identify meaningful patterns, trends, relationships and differences in agricultural performance.</a:t>
            </a:r>
            <a:br>
              <a:rPr sz="4800"/>
            </a:br>
            <a:br>
              <a:rPr sz="4800"/>
            </a:br>
            <a:br>
              <a:rPr sz="4800"/>
            </a:br>
            <a:r>
              <a:rPr b="0" lang="en-GB" sz="4800" spc="-1" strike="noStrike">
                <a:solidFill>
                  <a:schemeClr val="dk1"/>
                </a:solidFill>
                <a:latin typeface="Trebuchet MS"/>
              </a:rPr>
              <a:t>Explore and understand the dataset.</a:t>
            </a:r>
            <a:br>
              <a:rPr sz="4800"/>
            </a:br>
            <a:br>
              <a:rPr sz="4800"/>
            </a:br>
            <a:r>
              <a:rPr b="0" lang="en-GB" sz="4800" spc="-1" strike="noStrike">
                <a:solidFill>
                  <a:schemeClr val="dk1"/>
                </a:solidFill>
                <a:latin typeface="Trebuchet MS"/>
              </a:rPr>
              <a:t>Clean and prepare the data for analysis.</a:t>
            </a:r>
            <a:br>
              <a:rPr sz="4800"/>
            </a:br>
            <a:br>
              <a:rPr sz="4800"/>
            </a:br>
            <a:r>
              <a:rPr b="0" lang="en-GB" sz="4800" spc="-1" strike="noStrike">
                <a:solidFill>
                  <a:schemeClr val="dk1"/>
                </a:solidFill>
                <a:latin typeface="Trebuchet MS"/>
              </a:rPr>
              <a:t>Examine how agricultural performance varies across seasons.</a:t>
            </a:r>
            <a:br>
              <a:rPr sz="4800"/>
            </a:br>
            <a:br>
              <a:rPr sz="4800"/>
            </a:br>
            <a:r>
              <a:rPr b="0" lang="en-GB" sz="4800" spc="-1" strike="noStrike">
                <a:solidFill>
                  <a:schemeClr val="dk1"/>
                </a:solidFill>
                <a:latin typeface="Trebuchet MS"/>
              </a:rPr>
              <a:t>Identify important seasonal patterns and trends.</a:t>
            </a:r>
            <a:br>
              <a:rPr sz="4800"/>
            </a:br>
            <a:br>
              <a:rPr sz="4800"/>
            </a:br>
            <a:r>
              <a:rPr b="0" lang="en-GB" sz="4800" spc="-1" strike="noStrike">
                <a:solidFill>
                  <a:schemeClr val="dk1"/>
                </a:solidFill>
                <a:latin typeface="Trebuchet MS"/>
              </a:rPr>
              <a:t>Investigate relationships between seasonal conditions and agricultural outcomes.</a:t>
            </a:r>
            <a:br>
              <a:rPr sz="4800"/>
            </a:br>
            <a:br>
              <a:rPr sz="4800"/>
            </a:br>
            <a:r>
              <a:rPr b="0" lang="en-GB" sz="4800" spc="-1" strike="noStrike">
                <a:solidFill>
                  <a:schemeClr val="dk1"/>
                </a:solidFill>
                <a:latin typeface="Trebuchet MS"/>
              </a:rPr>
              <a:t>Compare relevant groups within different seasons.</a:t>
            </a:r>
            <a:br>
              <a:rPr sz="4800"/>
            </a:br>
            <a:br>
              <a:rPr sz="4800"/>
            </a:br>
            <a:r>
              <a:rPr b="0" lang="en-GB" sz="4800" spc="-1" strike="noStrike">
                <a:solidFill>
                  <a:schemeClr val="dk1"/>
                </a:solidFill>
                <a:latin typeface="Trebuchet MS"/>
              </a:rPr>
              <a:t>Identify significant differences or unusual patterns.</a:t>
            </a:r>
            <a:br>
              <a:rPr sz="4800"/>
            </a:br>
            <a:br>
              <a:rPr sz="4800"/>
            </a:br>
            <a:r>
              <a:rPr b="0" lang="en-GB" sz="4800" spc="-1" strike="noStrike">
                <a:solidFill>
                  <a:schemeClr val="dk1"/>
                </a:solidFill>
                <a:latin typeface="Trebuchet MS"/>
              </a:rPr>
              <a:t>Apply appropriate statistical and visualization techniques.</a:t>
            </a:r>
            <a:br>
              <a:rPr sz="4800"/>
            </a:br>
            <a:br>
              <a:rPr sz="4800"/>
            </a:br>
            <a:r>
              <a:rPr b="0" lang="en-GB" sz="4800" spc="-1" strike="noStrike">
                <a:solidFill>
                  <a:schemeClr val="dk1"/>
                </a:solidFill>
                <a:latin typeface="Trebuchet MS"/>
              </a:rPr>
              <a:t>Interpret findings based on evidence from the dataset.</a:t>
            </a:r>
            <a:br>
              <a:rPr sz="4800"/>
            </a:br>
            <a:br>
              <a:rPr sz="4800"/>
            </a:br>
            <a:r>
              <a:rPr b="0" lang="en-GB" sz="4800" spc="-1" strike="noStrike">
                <a:solidFill>
                  <a:schemeClr val="dk1"/>
                </a:solidFill>
                <a:latin typeface="Trebuchet MS"/>
              </a:rPr>
              <a:t>Develop meaningful conclusions and data-driven recommendations.</a:t>
            </a:r>
            <a:br>
              <a:rPr sz="4800"/>
            </a:br>
            <a:endParaRPr b="0" lang="en-US" sz="4800" spc="-1" strike="noStrike">
              <a:solidFill>
                <a:schemeClr val="dk1"/>
              </a:solidFill>
              <a:latin typeface="Trebuchet MS"/>
            </a:endParaRPr>
          </a:p>
        </p:txBody>
      </p:sp>
      <p:pic>
        <p:nvPicPr>
          <p:cNvPr id="460" name="Picture 4" descr=""/>
          <p:cNvPicPr/>
          <p:nvPr/>
        </p:nvPicPr>
        <p:blipFill>
          <a:blip r:embed="rId1"/>
          <a:srcRect l="0" t="96170" r="0" b="0"/>
          <a:stretch/>
        </p:blipFill>
        <p:spPr>
          <a:xfrm>
            <a:off x="676080" y="6472080"/>
            <a:ext cx="2142720" cy="192600"/>
          </a:xfrm>
          <a:prstGeom prst="rect">
            <a:avLst/>
          </a:prstGeom>
          <a:ln w="0">
            <a:noFill/>
          </a:ln>
        </p:spPr>
      </p:pic>
      <p:pic>
        <p:nvPicPr>
          <p:cNvPr id="461" name="Picture 5" descr=""/>
          <p:cNvPicPr/>
          <p:nvPr/>
        </p:nvPicPr>
        <p:blipFill>
          <a:blip r:embed="rId2"/>
          <a:stretch/>
        </p:blipFill>
        <p:spPr>
          <a:xfrm>
            <a:off x="467280" y="6410520"/>
            <a:ext cx="3705840" cy="295560"/>
          </a:xfrm>
          <a:prstGeom prst="rect">
            <a:avLst/>
          </a:prstGeom>
          <a:ln w="0">
            <a:noFill/>
          </a:ln>
        </p:spPr>
      </p:pic>
    </p:spTree>
  </p:cSld>
  <mc:AlternateContent>
    <mc:Choice Requires="p14">
      <p:transition spd="slow" p14:dur="2000"/>
    </mc:Choice>
    <mc:Fallback>
      <p:transition spd="slow"/>
    </mc:Fallback>
  </mc:AlternateContent>
  <p:timing>
    <p:tnLst>
      <p:par>
        <p:cTn id="54" dur="indefinite" restart="never" nodeType="tmRoot">
          <p:childTnLst>
            <p:seq>
              <p:cTn id="55" dur="indefinite" nodeType="mainSeq">
                <p:childTnLst>
                  <p:par>
                    <p:cTn id="56" fill="hold">
                      <p:stCondLst>
                        <p:cond delay="indefinite"/>
                      </p:stCondLst>
                      <p:childTnLst>
                        <p:par>
                          <p:cTn id="57" fill="hold">
                            <p:stCondLst>
                              <p:cond delay="0"/>
                            </p:stCondLst>
                            <p:childTnLst>
                              <p:par>
                                <p:cTn id="58" nodeType="clickEffect" fill="hold" presetClass="entr" presetID="53" presetSubtype="16">
                                  <p:stCondLst>
                                    <p:cond delay="0"/>
                                  </p:stCondLst>
                                  <p:childTnLst>
                                    <p:set>
                                      <p:cBhvr>
                                        <p:cTn id="59" dur="1" fill="hold">
                                          <p:stCondLst>
                                            <p:cond delay="0"/>
                                          </p:stCondLst>
                                        </p:cTn>
                                        <p:tgtEl>
                                          <p:spTgt spid="459"/>
                                        </p:tgtEl>
                                        <p:attrNameLst>
                                          <p:attrName>style.visibility</p:attrName>
                                        </p:attrNameLst>
                                      </p:cBhvr>
                                      <p:to>
                                        <p:strVal val="visible"/>
                                      </p:to>
                                    </p:set>
                                    <p:anim calcmode="lin" valueType="num">
                                      <p:cBhvr additive="repl">
                                        <p:cTn id="60" dur="500" fill="hold"/>
                                        <p:tgtEl>
                                          <p:spTgt spid="459"/>
                                        </p:tgtEl>
                                        <p:attrNameLst>
                                          <p:attrName>ppt_w</p:attrName>
                                        </p:attrNameLst>
                                      </p:cBhvr>
                                      <p:tavLst>
                                        <p:tav tm="0">
                                          <p:val>
                                            <p:fltVal val="0"/>
                                          </p:val>
                                        </p:tav>
                                        <p:tav tm="100000">
                                          <p:val>
                                            <p:strVal val="#ppt_w"/>
                                          </p:val>
                                        </p:tav>
                                      </p:tavLst>
                                    </p:anim>
                                    <p:anim calcmode="lin" valueType="num">
                                      <p:cBhvr additive="repl">
                                        <p:cTn id="61" dur="500" fill="hold"/>
                                        <p:tgtEl>
                                          <p:spTgt spid="459"/>
                                        </p:tgtEl>
                                        <p:attrNameLst>
                                          <p:attrName>ppt_h</p:attrName>
                                        </p:attrNameLst>
                                      </p:cBhvr>
                                      <p:tavLst>
                                        <p:tav tm="0">
                                          <p:val>
                                            <p:fltVal val="0"/>
                                          </p:val>
                                        </p:tav>
                                        <p:tav tm="100000">
                                          <p:val>
                                            <p:strVal val="#ppt_h"/>
                                          </p:val>
                                        </p:tav>
                                      </p:tavLst>
                                    </p:anim>
                                    <p:animEffect filter="fade" transition="in">
                                      <p:cBhvr additive="repl">
                                        <p:cTn id="62" dur="500"/>
                                        <p:tgtEl>
                                          <p:spTgt spid="4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2" name="PlaceHolder 1"/>
          <p:cNvSpPr>
            <a:spLocks noGrp="1"/>
          </p:cNvSpPr>
          <p:nvPr>
            <p:ph/>
          </p:nvPr>
        </p:nvSpPr>
        <p:spPr>
          <a:xfrm>
            <a:off x="721440" y="1991520"/>
            <a:ext cx="7904160" cy="3989520"/>
          </a:xfrm>
          <a:prstGeom prst="rect">
            <a:avLst/>
          </a:prstGeom>
          <a:noFill/>
          <a:ln w="0">
            <a:noFill/>
          </a:ln>
        </p:spPr>
        <p:txBody>
          <a:bodyPr lIns="91440" rIns="91440" tIns="45720" bIns="45720" anchor="t">
            <a:normAutofit/>
          </a:bodyPr>
          <a:p>
            <a:pPr marL="432000" indent="-324000">
              <a:spcBef>
                <a:spcPts val="1191"/>
              </a:spcBef>
              <a:spcAft>
                <a:spcPts val="992"/>
              </a:spcAft>
              <a:buClr>
                <a:srgbClr val="000000"/>
              </a:buClr>
              <a:buSzPct val="45000"/>
              <a:buFont typeface="Wingdings" charset="2"/>
              <a:buChar char=""/>
            </a:pPr>
            <a:r>
              <a:rPr b="1" lang="en-US" sz="1300" spc="-1" strike="noStrike">
                <a:solidFill>
                  <a:schemeClr val="dk1">
                    <a:lumMod val="75000"/>
                    <a:lumOff val="25000"/>
                  </a:schemeClr>
                </a:solidFill>
                <a:latin typeface="Trebuchet MS"/>
              </a:rPr>
              <a:t>Farmers &amp; Farm Managers:</a:t>
            </a:r>
            <a:r>
              <a:rPr b="0" lang="en-US" sz="1300" spc="-1" strike="noStrike">
                <a:solidFill>
                  <a:schemeClr val="dk1">
                    <a:lumMod val="75000"/>
                    <a:lumOff val="25000"/>
                  </a:schemeClr>
                </a:solidFill>
                <a:latin typeface="Trebuchet MS"/>
              </a:rPr>
              <a:t> To choose the most suitable crops for each season, optimize water and fertilizer use, minimize pest risks, and improve crop yield and profits. </a:t>
            </a:r>
            <a:endParaRPr b="0" lang="en-US" sz="1300" spc="-1" strike="noStrike">
              <a:solidFill>
                <a:schemeClr val="dk1">
                  <a:lumMod val="75000"/>
                  <a:lumOff val="25000"/>
                </a:schemeClr>
              </a:solidFill>
              <a:latin typeface="Trebuchet MS"/>
            </a:endParaRPr>
          </a:p>
          <a:p>
            <a:pPr marL="432000" indent="-324000">
              <a:spcBef>
                <a:spcPts val="1191"/>
              </a:spcBef>
              <a:spcAft>
                <a:spcPts val="992"/>
              </a:spcAft>
              <a:buClr>
                <a:srgbClr val="000000"/>
              </a:buClr>
              <a:buSzPct val="45000"/>
              <a:buFont typeface="Wingdings" charset="2"/>
              <a:buChar char=""/>
            </a:pPr>
            <a:r>
              <a:rPr b="1" lang="en-US" sz="1300" spc="-1" strike="noStrike">
                <a:solidFill>
                  <a:schemeClr val="dk1">
                    <a:lumMod val="75000"/>
                    <a:lumOff val="25000"/>
                  </a:schemeClr>
                </a:solidFill>
                <a:latin typeface="Trebuchet MS"/>
              </a:rPr>
              <a:t>Agricultural Policy Makers &amp; Government Bodies</a:t>
            </a:r>
            <a:r>
              <a:rPr b="0" lang="en-US" sz="1300" spc="-1" strike="noStrike">
                <a:solidFill>
                  <a:schemeClr val="dk1">
                    <a:lumMod val="75000"/>
                    <a:lumOff val="25000"/>
                  </a:schemeClr>
                </a:solidFill>
                <a:latin typeface="Trebuchet MS"/>
              </a:rPr>
              <a:t>: To design evidence-based seasonal agricultural policies, plan resource distribution, and develop regional support strategies. </a:t>
            </a:r>
            <a:endParaRPr b="0" lang="en-US" sz="1300" spc="-1" strike="noStrike">
              <a:solidFill>
                <a:schemeClr val="dk1">
                  <a:lumMod val="75000"/>
                  <a:lumOff val="25000"/>
                </a:schemeClr>
              </a:solidFill>
              <a:latin typeface="Trebuchet MS"/>
            </a:endParaRPr>
          </a:p>
          <a:p>
            <a:pPr marL="432000" indent="-324000">
              <a:spcBef>
                <a:spcPts val="1191"/>
              </a:spcBef>
              <a:spcAft>
                <a:spcPts val="992"/>
              </a:spcAft>
              <a:buClr>
                <a:srgbClr val="000000"/>
              </a:buClr>
              <a:buSzPct val="45000"/>
              <a:buFont typeface="Wingdings" charset="2"/>
              <a:buChar char=""/>
            </a:pPr>
            <a:r>
              <a:rPr b="1" lang="en-US" sz="1300" spc="-1" strike="noStrike">
                <a:solidFill>
                  <a:schemeClr val="dk1">
                    <a:lumMod val="75000"/>
                    <a:lumOff val="25000"/>
                  </a:schemeClr>
                </a:solidFill>
                <a:latin typeface="Trebuchet MS"/>
              </a:rPr>
              <a:t>Agronomists &amp; Agricultural Researchers</a:t>
            </a:r>
            <a:r>
              <a:rPr b="0" lang="en-US" sz="1300" spc="-1" strike="noStrike">
                <a:solidFill>
                  <a:schemeClr val="dk1">
                    <a:lumMod val="75000"/>
                    <a:lumOff val="25000"/>
                  </a:schemeClr>
                </a:solidFill>
                <a:latin typeface="Trebuchet MS"/>
              </a:rPr>
              <a:t>: To study seasonal performance trends, understand climate-crop relationships, and guide improved farming methodologies. </a:t>
            </a:r>
            <a:endParaRPr b="0" lang="en-US" sz="1300" spc="-1" strike="noStrike">
              <a:solidFill>
                <a:schemeClr val="dk1">
                  <a:lumMod val="75000"/>
                  <a:lumOff val="25000"/>
                </a:schemeClr>
              </a:solidFill>
              <a:latin typeface="Trebuchet MS"/>
            </a:endParaRPr>
          </a:p>
          <a:p>
            <a:pPr marL="432000" indent="-324000">
              <a:spcBef>
                <a:spcPts val="1191"/>
              </a:spcBef>
              <a:spcAft>
                <a:spcPts val="992"/>
              </a:spcAft>
              <a:buClr>
                <a:srgbClr val="000000"/>
              </a:buClr>
              <a:buSzPct val="45000"/>
              <a:buFont typeface="Wingdings" charset="2"/>
              <a:buChar char=""/>
            </a:pPr>
            <a:r>
              <a:rPr b="1" lang="en-US" sz="1300" spc="-1" strike="noStrike">
                <a:solidFill>
                  <a:schemeClr val="dk1">
                    <a:lumMod val="75000"/>
                    <a:lumOff val="25000"/>
                  </a:schemeClr>
                </a:solidFill>
                <a:latin typeface="Trebuchet MS"/>
              </a:rPr>
              <a:t>Agribusinesses &amp; Supply Chain Stakeholders:</a:t>
            </a:r>
            <a:r>
              <a:rPr b="0" lang="en-US" sz="1300" spc="-1" strike="noStrike">
                <a:solidFill>
                  <a:schemeClr val="dk1">
                    <a:lumMod val="75000"/>
                    <a:lumOff val="25000"/>
                  </a:schemeClr>
                </a:solidFill>
                <a:latin typeface="Trebuchet MS"/>
              </a:rPr>
              <a:t> To forecast seasonal harvest volumes, align procurement schedules, manage inventory, and anticipate market price variations. </a:t>
            </a:r>
            <a:endParaRPr b="0" lang="en-US" sz="1300" spc="-1" strike="noStrike">
              <a:solidFill>
                <a:schemeClr val="dk1">
                  <a:lumMod val="75000"/>
                  <a:lumOff val="25000"/>
                </a:schemeClr>
              </a:solidFill>
              <a:latin typeface="Trebuchet MS"/>
            </a:endParaRPr>
          </a:p>
          <a:p>
            <a:pPr marL="432000" indent="-324000">
              <a:spcBef>
                <a:spcPts val="1191"/>
              </a:spcBef>
              <a:spcAft>
                <a:spcPts val="992"/>
              </a:spcAft>
              <a:buClr>
                <a:srgbClr val="000000"/>
              </a:buClr>
              <a:buSzPct val="45000"/>
              <a:buFont typeface="Wingdings" charset="2"/>
              <a:buChar char=""/>
            </a:pPr>
            <a:r>
              <a:rPr b="1" lang="en-US" sz="1300" spc="-1" strike="noStrike">
                <a:solidFill>
                  <a:schemeClr val="dk1">
                    <a:lumMod val="75000"/>
                    <a:lumOff val="25000"/>
                  </a:schemeClr>
                </a:solidFill>
                <a:latin typeface="Trebuchet MS"/>
              </a:rPr>
              <a:t>Financial &amp; Insurance Institutions:</a:t>
            </a:r>
            <a:r>
              <a:rPr b="0" lang="en-US" sz="1300" spc="-1" strike="noStrike">
                <a:solidFill>
                  <a:schemeClr val="dk1">
                    <a:lumMod val="75000"/>
                    <a:lumOff val="25000"/>
                  </a:schemeClr>
                </a:solidFill>
                <a:latin typeface="Trebuchet MS"/>
              </a:rPr>
              <a:t> To evaluate seasonal production and economic risks, structure tailored crop loan products, and set accurate seasonal insurance covers. </a:t>
            </a:r>
            <a:endParaRPr b="0" lang="en-US" sz="1300" spc="-1" strike="noStrike">
              <a:solidFill>
                <a:schemeClr val="dk1">
                  <a:lumMod val="75000"/>
                  <a:lumOff val="25000"/>
                </a:schemeClr>
              </a:solidFill>
              <a:latin typeface="Trebuchet MS"/>
            </a:endParaRPr>
          </a:p>
        </p:txBody>
      </p:sp>
      <p:sp>
        <p:nvSpPr>
          <p:cNvPr id="463" name="PlaceHolder 2"/>
          <p:cNvSpPr>
            <a:spLocks noGrp="1"/>
          </p:cNvSpPr>
          <p:nvPr>
            <p:ph type="title"/>
          </p:nvPr>
        </p:nvSpPr>
        <p:spPr>
          <a:xfrm>
            <a:off x="619920" y="876600"/>
            <a:ext cx="10045800" cy="802440"/>
          </a:xfrm>
          <a:prstGeom prst="rect">
            <a:avLst/>
          </a:prstGeom>
          <a:noFill/>
          <a:ln w="0">
            <a:noFill/>
          </a:ln>
        </p:spPr>
        <p:txBody>
          <a:bodyPr lIns="91440" rIns="91440" tIns="45720" bIns="45720" anchor="t">
            <a:normAutofit/>
          </a:bodyPr>
          <a:p>
            <a:pPr indent="0" defTabSz="457200">
              <a:lnSpc>
                <a:spcPct val="100000"/>
              </a:lnSpc>
              <a:buNone/>
            </a:pPr>
            <a:r>
              <a:rPr b="1" lang="en-US" sz="3200" spc="-1" strike="noStrike">
                <a:solidFill>
                  <a:schemeClr val="dk1"/>
                </a:solidFill>
                <a:latin typeface="Trebuchet MS"/>
              </a:rPr>
              <a:t>WHO ARE THE END USERS?</a:t>
            </a:r>
            <a:endParaRPr b="0" lang="en-US" sz="3200" spc="-1" strike="noStrike">
              <a:solidFill>
                <a:schemeClr val="dk1"/>
              </a:solidFill>
              <a:latin typeface="Trebuchet MS"/>
            </a:endParaRPr>
          </a:p>
        </p:txBody>
      </p:sp>
      <p:pic>
        <p:nvPicPr>
          <p:cNvPr id="464" name="Picture 5" descr=""/>
          <p:cNvPicPr/>
          <p:nvPr/>
        </p:nvPicPr>
        <p:blipFill>
          <a:blip r:embed="rId1"/>
          <a:stretch/>
        </p:blipFill>
        <p:spPr>
          <a:xfrm>
            <a:off x="721440" y="6176880"/>
            <a:ext cx="2180880" cy="485280"/>
          </a:xfrm>
          <a:prstGeom prst="rect">
            <a:avLst/>
          </a:prstGeom>
          <a:ln w="0">
            <a:noFill/>
          </a:ln>
        </p:spPr>
      </p:pic>
    </p:spTree>
  </p:cSld>
  <mc:AlternateContent>
    <mc:Choice Requires="p14">
      <p:transition spd="slow" p14:dur="2000"/>
    </mc:Choice>
    <mc:Fallback>
      <p:transition spd="slow"/>
    </mc:Fallback>
  </mc:AlternateContent>
  <p:timing>
    <p:tnLst>
      <p:par>
        <p:cTn id="63" dur="indefinite" restart="never" nodeType="tmRoot">
          <p:childTnLst>
            <p:seq>
              <p:cTn id="64" dur="indefinite" nodeType="mainSeq">
                <p:childTnLst>
                  <p:par>
                    <p:cTn id="65" fill="hold">
                      <p:stCondLst>
                        <p:cond delay="indefinite"/>
                      </p:stCondLst>
                      <p:childTnLst>
                        <p:par>
                          <p:cTn id="66" fill="hold">
                            <p:stCondLst>
                              <p:cond delay="0"/>
                            </p:stCondLst>
                            <p:childTnLst>
                              <p:par>
                                <p:cTn id="67" nodeType="clickEffect" fill="hold" presetClass="entr" presetID="53" presetSubtype="16">
                                  <p:stCondLst>
                                    <p:cond delay="0"/>
                                  </p:stCondLst>
                                  <p:childTnLst>
                                    <p:set>
                                      <p:cBhvr>
                                        <p:cTn id="68" dur="1" fill="hold">
                                          <p:stCondLst>
                                            <p:cond delay="0"/>
                                          </p:stCondLst>
                                        </p:cTn>
                                        <p:tgtEl>
                                          <p:spTgt spid="463"/>
                                        </p:tgtEl>
                                        <p:attrNameLst>
                                          <p:attrName>style.visibility</p:attrName>
                                        </p:attrNameLst>
                                      </p:cBhvr>
                                      <p:to>
                                        <p:strVal val="visible"/>
                                      </p:to>
                                    </p:set>
                                    <p:anim calcmode="lin" valueType="num">
                                      <p:cBhvr additive="repl">
                                        <p:cTn id="69" dur="500" fill="hold"/>
                                        <p:tgtEl>
                                          <p:spTgt spid="463"/>
                                        </p:tgtEl>
                                        <p:attrNameLst>
                                          <p:attrName>ppt_w</p:attrName>
                                        </p:attrNameLst>
                                      </p:cBhvr>
                                      <p:tavLst>
                                        <p:tav tm="0">
                                          <p:val>
                                            <p:fltVal val="0"/>
                                          </p:val>
                                        </p:tav>
                                        <p:tav tm="100000">
                                          <p:val>
                                            <p:strVal val="#ppt_w"/>
                                          </p:val>
                                        </p:tav>
                                      </p:tavLst>
                                    </p:anim>
                                    <p:anim calcmode="lin" valueType="num">
                                      <p:cBhvr additive="repl">
                                        <p:cTn id="70" dur="500" fill="hold"/>
                                        <p:tgtEl>
                                          <p:spTgt spid="463"/>
                                        </p:tgtEl>
                                        <p:attrNameLst>
                                          <p:attrName>ppt_h</p:attrName>
                                        </p:attrNameLst>
                                      </p:cBhvr>
                                      <p:tavLst>
                                        <p:tav tm="0">
                                          <p:val>
                                            <p:fltVal val="0"/>
                                          </p:val>
                                        </p:tav>
                                        <p:tav tm="100000">
                                          <p:val>
                                            <p:strVal val="#ppt_h"/>
                                          </p:val>
                                        </p:tav>
                                      </p:tavLst>
                                    </p:anim>
                                    <p:animEffect filter="fade" transition="in">
                                      <p:cBhvr additive="repl">
                                        <p:cTn id="71" dur="500"/>
                                        <p:tgtEl>
                                          <p:spTgt spid="463"/>
                                        </p:tgtEl>
                                      </p:cBhvr>
                                    </p:animEffect>
                                  </p:childTnLst>
                                </p:cTn>
                              </p:par>
                            </p:childTnLst>
                          </p:cTn>
                        </p:par>
                      </p:childTnLst>
                    </p:cTn>
                  </p:par>
                  <p:par>
                    <p:cTn id="72" fill="hold">
                      <p:stCondLst>
                        <p:cond delay="indefinite"/>
                      </p:stCondLst>
                      <p:childTnLst>
                        <p:par>
                          <p:cTn id="73" fill="hold">
                            <p:stCondLst>
                              <p:cond delay="0"/>
                            </p:stCondLst>
                            <p:childTnLst>
                              <p:par>
                                <p:cTn id="74" nodeType="clickEffect" fill="hold" presetClass="entr" presetID="42">
                                  <p:stCondLst>
                                    <p:cond delay="0"/>
                                  </p:stCondLst>
                                  <p:endCondLst>
                                    <p:cond delay="0" evt="begin">
                                      <p:tn val="74"/>
                                    </p:cond>
                                  </p:endCondLst>
                                  <p:childTnLst>
                                    <p:set>
                                      <p:cBhvr>
                                        <p:cTn id="75" dur="1" fill="hold">
                                          <p:stCondLst>
                                            <p:cond delay="0"/>
                                          </p:stCondLst>
                                        </p:cTn>
                                        <p:tgtEl>
                                          <p:spTgt spid="462">
                                            <p:txEl>
                                              <p:pRg st="0" end="0"/>
                                            </p:txEl>
                                          </p:spTgt>
                                        </p:tgtEl>
                                        <p:attrNameLst>
                                          <p:attrName>style.visibility</p:attrName>
                                        </p:attrNameLst>
                                      </p:cBhvr>
                                      <p:to>
                                        <p:strVal val="visible"/>
                                      </p:to>
                                    </p:set>
                                    <p:animEffect filter="fade" transition="in">
                                      <p:cBhvr additive="repl">
                                        <p:cTn id="76" dur="1000"/>
                                        <p:tgtEl>
                                          <p:spTgt spid="462">
                                            <p:txEl>
                                              <p:pRg st="0" end="0"/>
                                            </p:txEl>
                                          </p:spTgt>
                                        </p:tgtEl>
                                      </p:cBhvr>
                                    </p:animEffect>
                                    <p:anim calcmode="lin" valueType="num">
                                      <p:cBhvr additive="repl">
                                        <p:cTn id="77" dur="1000" fill="hold"/>
                                        <p:tgtEl>
                                          <p:spTgt spid="462">
                                            <p:txEl>
                                              <p:pRg st="0" end="0"/>
                                            </p:txEl>
                                          </p:spTgt>
                                        </p:tgtEl>
                                        <p:attrNameLst>
                                          <p:attrName>ppt_x</p:attrName>
                                        </p:attrNameLst>
                                      </p:cBhvr>
                                      <p:tavLst>
                                        <p:tav tm="0">
                                          <p:val>
                                            <p:strVal val="#ppt_x"/>
                                          </p:val>
                                        </p:tav>
                                        <p:tav tm="100000">
                                          <p:val>
                                            <p:strVal val="#ppt_x"/>
                                          </p:val>
                                        </p:tav>
                                      </p:tavLst>
                                    </p:anim>
                                    <p:anim calcmode="lin" valueType="num">
                                      <p:cBhvr additive="repl">
                                        <p:cTn id="78" dur="1000" fill="hold"/>
                                        <p:tgtEl>
                                          <p:spTgt spid="46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lumMod val="95000"/>
          </a:schemeClr>
        </a:solidFill>
      </p:bgPr>
    </p:bg>
    <p:spTree>
      <p:nvGrpSpPr>
        <p:cNvPr id="1" name=""/>
        <p:cNvGrpSpPr/>
        <p:nvPr/>
      </p:nvGrpSpPr>
      <p:grpSpPr>
        <a:xfrm>
          <a:off x="0" y="0"/>
          <a:ext cx="0" cy="0"/>
          <a:chOff x="0" y="0"/>
          <a:chExt cx="0" cy="0"/>
        </a:xfrm>
      </p:grpSpPr>
      <p:pic>
        <p:nvPicPr>
          <p:cNvPr id="465" name="Picture 5" descr=""/>
          <p:cNvPicPr/>
          <p:nvPr/>
        </p:nvPicPr>
        <p:blipFill>
          <a:blip r:embed="rId1"/>
          <a:stretch/>
        </p:blipFill>
        <p:spPr>
          <a:xfrm>
            <a:off x="467280" y="6410520"/>
            <a:ext cx="3705840" cy="295560"/>
          </a:xfrm>
          <a:prstGeom prst="rect">
            <a:avLst/>
          </a:prstGeom>
          <a:ln w="0">
            <a:noFill/>
          </a:ln>
        </p:spPr>
      </p:pic>
      <p:pic>
        <p:nvPicPr>
          <p:cNvPr id="466" name="Picture 1" descr=""/>
          <p:cNvPicPr/>
          <p:nvPr/>
        </p:nvPicPr>
        <p:blipFill>
          <a:blip r:embed="rId2"/>
          <a:stretch/>
        </p:blipFill>
        <p:spPr>
          <a:xfrm flipH="1">
            <a:off x="51120" y="3820320"/>
            <a:ext cx="1726920" cy="3009600"/>
          </a:xfrm>
          <a:prstGeom prst="rect">
            <a:avLst/>
          </a:prstGeom>
          <a:ln w="0">
            <a:noFill/>
          </a:ln>
        </p:spPr>
      </p:pic>
      <p:sp>
        <p:nvSpPr>
          <p:cNvPr id="467" name="PlaceHolder 1"/>
          <p:cNvSpPr>
            <a:spLocks noGrp="1"/>
          </p:cNvSpPr>
          <p:nvPr>
            <p:ph/>
          </p:nvPr>
        </p:nvSpPr>
        <p:spPr>
          <a:xfrm>
            <a:off x="1143000" y="1386360"/>
            <a:ext cx="9027360" cy="5243040"/>
          </a:xfrm>
          <a:prstGeom prst="rect">
            <a:avLst/>
          </a:prstGeom>
          <a:noFill/>
          <a:ln w="0">
            <a:noFill/>
          </a:ln>
        </p:spPr>
        <p:txBody>
          <a:bodyPr lIns="91440" rIns="91440" tIns="45720" bIns="45720" anchor="t">
            <a:noAutofit/>
          </a:bodyPr>
          <a:p>
            <a:pPr marL="743040" indent="-285840" defTabSz="457200">
              <a:lnSpc>
                <a:spcPct val="100000"/>
              </a:lnSpc>
              <a:spcBef>
                <a:spcPts val="1191"/>
              </a:spcBef>
              <a:spcAft>
                <a:spcPts val="992"/>
              </a:spcAft>
              <a:buClr>
                <a:srgbClr val="2e946b"/>
              </a:buClr>
              <a:buSzPct val="80000"/>
              <a:buFont typeface="Wingdings" charset="2"/>
              <a:buChar char=""/>
            </a:pPr>
            <a:r>
              <a:rPr b="0" lang="en-US" sz="1600" spc="-1" strike="noStrike">
                <a:solidFill>
                  <a:schemeClr val="dk1">
                    <a:lumMod val="75000"/>
                    <a:lumOff val="25000"/>
                  </a:schemeClr>
                </a:solidFill>
                <a:latin typeface="Trebuchet MS"/>
              </a:rPr>
              <a:t>Programming Language &amp; Environment: Python 3 executed within Google Colab</a:t>
            </a:r>
            <a:endParaRPr b="0" lang="en-US" sz="1600" spc="-1" strike="noStrike">
              <a:solidFill>
                <a:schemeClr val="dk1">
                  <a:lumMod val="75000"/>
                  <a:lumOff val="25000"/>
                </a:schemeClr>
              </a:solidFill>
              <a:latin typeface="Trebuchet MS"/>
            </a:endParaRPr>
          </a:p>
          <a:p>
            <a:pPr marL="743040" indent="-285840" defTabSz="457200">
              <a:lnSpc>
                <a:spcPct val="100000"/>
              </a:lnSpc>
              <a:spcBef>
                <a:spcPts val="1191"/>
              </a:spcBef>
              <a:spcAft>
                <a:spcPts val="992"/>
              </a:spcAft>
              <a:buClr>
                <a:srgbClr val="2e946b"/>
              </a:buClr>
              <a:buSzPct val="80000"/>
              <a:buFont typeface="Wingdings" charset="2"/>
              <a:buChar char=""/>
            </a:pPr>
            <a:r>
              <a:rPr b="0" lang="en-US" sz="1600" spc="-1" strike="noStrike">
                <a:solidFill>
                  <a:schemeClr val="dk1">
                    <a:lumMod val="75000"/>
                    <a:lumOff val="25000"/>
                  </a:schemeClr>
                </a:solidFill>
                <a:latin typeface="Trebuchet MS"/>
              </a:rPr>
              <a:t>Data Processing &amp; Manipulation:</a:t>
            </a:r>
            <a:endParaRPr b="0" lang="en-US" sz="1600" spc="-1" strike="noStrike">
              <a:solidFill>
                <a:schemeClr val="dk1">
                  <a:lumMod val="75000"/>
                  <a:lumOff val="25000"/>
                </a:schemeClr>
              </a:solidFill>
              <a:latin typeface="Trebuchet MS"/>
            </a:endParaRPr>
          </a:p>
          <a:p>
            <a:pPr lvl="2" marL="1296000" indent="-288000" defTabSz="457200">
              <a:spcBef>
                <a:spcPts val="850"/>
              </a:spcBef>
              <a:buClr>
                <a:srgbClr val="000000"/>
              </a:buClr>
              <a:buSzPct val="45000"/>
              <a:buFont typeface="Wingdings" charset="2"/>
              <a:buChar char=""/>
            </a:pPr>
            <a:r>
              <a:rPr b="0" lang="en-US" sz="1600" spc="-1" strike="noStrike">
                <a:solidFill>
                  <a:schemeClr val="dk1">
                    <a:lumMod val="75000"/>
                    <a:lumOff val="25000"/>
                  </a:schemeClr>
                </a:solidFill>
                <a:latin typeface="Trebuchet MS"/>
              </a:rPr>
              <a:t>Pandas: Used for loading tabular datasets, performing data cleaning, schema inspection, null value profiling, and seasonal aggregations.</a:t>
            </a:r>
            <a:endParaRPr b="0" lang="en-US" sz="1600" spc="-1" strike="noStrike">
              <a:solidFill>
                <a:schemeClr val="dk1">
                  <a:lumMod val="75000"/>
                  <a:lumOff val="25000"/>
                </a:schemeClr>
              </a:solidFill>
              <a:latin typeface="Trebuchet MS"/>
            </a:endParaRPr>
          </a:p>
          <a:p>
            <a:pPr lvl="2" marL="1296000" indent="-288000" defTabSz="457200">
              <a:spcBef>
                <a:spcPts val="850"/>
              </a:spcBef>
              <a:buClr>
                <a:srgbClr val="000000"/>
              </a:buClr>
              <a:buSzPct val="45000"/>
              <a:buFont typeface="Wingdings" charset="2"/>
              <a:buChar char=""/>
            </a:pPr>
            <a:r>
              <a:rPr b="0" lang="en-US" sz="1600" spc="-1" strike="noStrike">
                <a:solidFill>
                  <a:schemeClr val="dk1">
                    <a:lumMod val="75000"/>
                    <a:lumOff val="25000"/>
                  </a:schemeClr>
                </a:solidFill>
                <a:latin typeface="Trebuchet MS"/>
              </a:rPr>
              <a:t>NumPy: Applied for mathematical arrays, numeric data type handling, and median imputation computations.</a:t>
            </a:r>
            <a:endParaRPr b="0" lang="en-US" sz="1600" spc="-1" strike="noStrike">
              <a:solidFill>
                <a:schemeClr val="dk1">
                  <a:lumMod val="75000"/>
                  <a:lumOff val="25000"/>
                </a:schemeClr>
              </a:solidFill>
              <a:latin typeface="Trebuchet MS"/>
            </a:endParaRPr>
          </a:p>
          <a:p>
            <a:pPr marL="743040" indent="-285840" defTabSz="457200">
              <a:lnSpc>
                <a:spcPct val="100000"/>
              </a:lnSpc>
              <a:spcBef>
                <a:spcPts val="1191"/>
              </a:spcBef>
              <a:spcAft>
                <a:spcPts val="992"/>
              </a:spcAft>
              <a:buClr>
                <a:srgbClr val="2e946b"/>
              </a:buClr>
              <a:buSzPct val="80000"/>
              <a:buFont typeface="Wingdings" charset="2"/>
              <a:buChar char=""/>
            </a:pPr>
            <a:r>
              <a:rPr b="0" lang="en-US" sz="1600" spc="-1" strike="noStrike">
                <a:solidFill>
                  <a:schemeClr val="dk1">
                    <a:lumMod val="75000"/>
                    <a:lumOff val="25000"/>
                  </a:schemeClr>
                </a:solidFill>
                <a:latin typeface="Trebuchet MS"/>
              </a:rPr>
              <a:t>Data Visualization &amp; Analytics:</a:t>
            </a:r>
            <a:endParaRPr b="0" lang="en-US" sz="1600" spc="-1" strike="noStrike">
              <a:solidFill>
                <a:schemeClr val="dk1">
                  <a:lumMod val="75000"/>
                  <a:lumOff val="25000"/>
                </a:schemeClr>
              </a:solidFill>
              <a:latin typeface="Trebuchet MS"/>
            </a:endParaRPr>
          </a:p>
          <a:p>
            <a:pPr lvl="2" marL="1296000" indent="-288000" defTabSz="457200">
              <a:spcBef>
                <a:spcPts val="850"/>
              </a:spcBef>
              <a:buClr>
                <a:srgbClr val="000000"/>
              </a:buClr>
              <a:buSzPct val="45000"/>
              <a:buFont typeface="Wingdings" charset="2"/>
              <a:buChar char=""/>
            </a:pPr>
            <a:r>
              <a:rPr b="0" lang="en-US" sz="1600" spc="-1" strike="noStrike">
                <a:solidFill>
                  <a:schemeClr val="dk1">
                    <a:lumMod val="75000"/>
                    <a:lumOff val="25000"/>
                  </a:schemeClr>
                </a:solidFill>
                <a:latin typeface="Trebuchet MS"/>
              </a:rPr>
              <a:t>Matplotlib (pyplot): Employed for figure geometry, subplot layouts, customized axes, and presentation-ready plotting.</a:t>
            </a:r>
            <a:endParaRPr b="0" lang="en-US" sz="1600" spc="-1" strike="noStrike">
              <a:solidFill>
                <a:schemeClr val="dk1">
                  <a:lumMod val="75000"/>
                  <a:lumOff val="25000"/>
                </a:schemeClr>
              </a:solidFill>
              <a:latin typeface="Trebuchet MS"/>
            </a:endParaRPr>
          </a:p>
          <a:p>
            <a:pPr lvl="2" marL="1296000" indent="-288000" defTabSz="457200">
              <a:spcBef>
                <a:spcPts val="850"/>
              </a:spcBef>
              <a:buClr>
                <a:srgbClr val="000000"/>
              </a:buClr>
              <a:buSzPct val="45000"/>
              <a:buFont typeface="Wingdings" charset="2"/>
              <a:buChar char=""/>
            </a:pPr>
            <a:r>
              <a:rPr b="0" lang="en-US" sz="1600" spc="-1" strike="noStrike">
                <a:solidFill>
                  <a:schemeClr val="dk1">
                    <a:lumMod val="75000"/>
                    <a:lumOff val="25000"/>
                  </a:schemeClr>
                </a:solidFill>
                <a:latin typeface="Trebuchet MS"/>
              </a:rPr>
              <a:t>Seaborn: Utilized for whitegrid thematic styling, categorical frequency bar charts, and continuous kernel density estimation (KDE) distributions.</a:t>
            </a:r>
            <a:endParaRPr b="0" lang="en-US" sz="1600" spc="-1" strike="noStrike">
              <a:solidFill>
                <a:schemeClr val="dk1">
                  <a:lumMod val="75000"/>
                  <a:lumOff val="25000"/>
                </a:schemeClr>
              </a:solidFill>
              <a:latin typeface="Trebuchet MS"/>
            </a:endParaRPr>
          </a:p>
          <a:p>
            <a:pPr marL="743040" indent="0" defTabSz="457200">
              <a:lnSpc>
                <a:spcPct val="100000"/>
              </a:lnSpc>
              <a:spcBef>
                <a:spcPts val="1191"/>
              </a:spcBef>
              <a:spcAft>
                <a:spcPts val="992"/>
              </a:spcAft>
              <a:buNone/>
            </a:pPr>
            <a:endParaRPr b="0" lang="en-US" sz="2000" spc="-1" strike="noStrike">
              <a:solidFill>
                <a:schemeClr val="dk1">
                  <a:lumMod val="75000"/>
                  <a:lumOff val="25000"/>
                </a:schemeClr>
              </a:solidFill>
              <a:latin typeface="Trebuchet MS"/>
            </a:endParaRPr>
          </a:p>
        </p:txBody>
      </p:sp>
      <p:sp>
        <p:nvSpPr>
          <p:cNvPr id="468" name="PlaceHolder 2"/>
          <p:cNvSpPr>
            <a:spLocks noGrp="1"/>
          </p:cNvSpPr>
          <p:nvPr>
            <p:ph type="title"/>
          </p:nvPr>
        </p:nvSpPr>
        <p:spPr>
          <a:xfrm>
            <a:off x="660240" y="430560"/>
            <a:ext cx="5306040" cy="847440"/>
          </a:xfrm>
          <a:prstGeom prst="rect">
            <a:avLst/>
          </a:prstGeom>
          <a:noFill/>
          <a:ln w="0">
            <a:noFill/>
          </a:ln>
        </p:spPr>
        <p:txBody>
          <a:bodyPr lIns="91440" rIns="91440" tIns="45720" bIns="45720" anchor="t">
            <a:normAutofit fontScale="98144"/>
          </a:bodyPr>
          <a:p>
            <a:pPr indent="0" defTabSz="457200">
              <a:lnSpc>
                <a:spcPct val="100000"/>
              </a:lnSpc>
              <a:buNone/>
            </a:pPr>
            <a:r>
              <a:rPr b="1" lang="en-US" sz="4800" spc="-1" strike="noStrike">
                <a:solidFill>
                  <a:schemeClr val="dk1"/>
                </a:solidFill>
                <a:latin typeface="Trebuchet MS"/>
              </a:rPr>
              <a:t>Technology Used</a:t>
            </a:r>
            <a:endParaRPr b="0" lang="en-US" sz="4800" spc="-1" strike="noStrike">
              <a:solidFill>
                <a:schemeClr val="dk1"/>
              </a:solidFill>
              <a:latin typeface="Trebuchet MS"/>
            </a:endParaRPr>
          </a:p>
        </p:txBody>
      </p:sp>
    </p:spTree>
  </p:cSld>
  <mc:AlternateContent>
    <mc:Choice Requires="p14">
      <p:transition spd="slow" p14:dur="2000"/>
    </mc:Choice>
    <mc:Fallback>
      <p:transition spd="slow"/>
    </mc:Fallback>
  </mc:AlternateContent>
  <p:timing>
    <p:tnLst>
      <p:par>
        <p:cTn id="79" dur="indefinite" restart="never" nodeType="tmRoot">
          <p:childTnLst>
            <p:seq>
              <p:cTn id="80" dur="indefinite" nodeType="mainSeq">
                <p:childTnLst>
                  <p:par>
                    <p:cTn id="81" fill="hold">
                      <p:stCondLst>
                        <p:cond delay="indefinite"/>
                      </p:stCondLst>
                      <p:childTnLst>
                        <p:par>
                          <p:cTn id="82" fill="hold">
                            <p:stCondLst>
                              <p:cond delay="0"/>
                            </p:stCondLst>
                            <p:childTnLst>
                              <p:par>
                                <p:cTn id="83" nodeType="clickEffect" fill="hold" presetClass="entr" presetID="53" presetSubtype="16">
                                  <p:stCondLst>
                                    <p:cond delay="0"/>
                                  </p:stCondLst>
                                  <p:childTnLst>
                                    <p:set>
                                      <p:cBhvr>
                                        <p:cTn id="84" dur="1" fill="hold">
                                          <p:stCondLst>
                                            <p:cond delay="0"/>
                                          </p:stCondLst>
                                        </p:cTn>
                                        <p:tgtEl>
                                          <p:spTgt spid="468"/>
                                        </p:tgtEl>
                                        <p:attrNameLst>
                                          <p:attrName>style.visibility</p:attrName>
                                        </p:attrNameLst>
                                      </p:cBhvr>
                                      <p:to>
                                        <p:strVal val="visible"/>
                                      </p:to>
                                    </p:set>
                                    <p:anim calcmode="lin" valueType="num">
                                      <p:cBhvr additive="repl">
                                        <p:cTn id="85" dur="500" fill="hold"/>
                                        <p:tgtEl>
                                          <p:spTgt spid="468"/>
                                        </p:tgtEl>
                                        <p:attrNameLst>
                                          <p:attrName>ppt_w</p:attrName>
                                        </p:attrNameLst>
                                      </p:cBhvr>
                                      <p:tavLst>
                                        <p:tav tm="0">
                                          <p:val>
                                            <p:fltVal val="0"/>
                                          </p:val>
                                        </p:tav>
                                        <p:tav tm="100000">
                                          <p:val>
                                            <p:strVal val="#ppt_w"/>
                                          </p:val>
                                        </p:tav>
                                      </p:tavLst>
                                    </p:anim>
                                    <p:anim calcmode="lin" valueType="num">
                                      <p:cBhvr additive="repl">
                                        <p:cTn id="86" dur="500" fill="hold"/>
                                        <p:tgtEl>
                                          <p:spTgt spid="468"/>
                                        </p:tgtEl>
                                        <p:attrNameLst>
                                          <p:attrName>ppt_h</p:attrName>
                                        </p:attrNameLst>
                                      </p:cBhvr>
                                      <p:tavLst>
                                        <p:tav tm="0">
                                          <p:val>
                                            <p:fltVal val="0"/>
                                          </p:val>
                                        </p:tav>
                                        <p:tav tm="100000">
                                          <p:val>
                                            <p:strVal val="#ppt_h"/>
                                          </p:val>
                                        </p:tav>
                                      </p:tavLst>
                                    </p:anim>
                                    <p:animEffect filter="fade" transition="in">
                                      <p:cBhvr additive="repl">
                                        <p:cTn id="87" dur="500"/>
                                        <p:tgtEl>
                                          <p:spTgt spid="468"/>
                                        </p:tgtEl>
                                      </p:cBhvr>
                                    </p:animEffect>
                                  </p:childTnLst>
                                </p:cTn>
                              </p:par>
                            </p:childTnLst>
                          </p:cTn>
                        </p:par>
                      </p:childTnLst>
                    </p:cTn>
                  </p:par>
                  <p:par>
                    <p:cTn id="88" fill="hold">
                      <p:stCondLst>
                        <p:cond delay="indefinite"/>
                      </p:stCondLst>
                      <p:childTnLst>
                        <p:par>
                          <p:cTn id="89" fill="hold">
                            <p:stCondLst>
                              <p:cond delay="0"/>
                            </p:stCondLst>
                            <p:childTnLst>
                              <p:par>
                                <p:cTn id="90" nodeType="clickEffect" fill="hold" presetClass="entr" presetID="42">
                                  <p:stCondLst>
                                    <p:cond delay="0"/>
                                  </p:stCondLst>
                                  <p:endCondLst>
                                    <p:cond delay="0" evt="begin">
                                      <p:tn val="90"/>
                                    </p:cond>
                                  </p:endCondLst>
                                  <p:childTnLst>
                                    <p:set>
                                      <p:cBhvr>
                                        <p:cTn id="91" dur="1" fill="hold">
                                          <p:stCondLst>
                                            <p:cond delay="0"/>
                                          </p:stCondLst>
                                        </p:cTn>
                                        <p:tgtEl>
                                          <p:spTgt spid="467">
                                            <p:txEl>
                                              <p:pRg st="0" end="0"/>
                                            </p:txEl>
                                          </p:spTgt>
                                        </p:tgtEl>
                                        <p:attrNameLst>
                                          <p:attrName>style.visibility</p:attrName>
                                        </p:attrNameLst>
                                      </p:cBhvr>
                                      <p:to>
                                        <p:strVal val="visible"/>
                                      </p:to>
                                    </p:set>
                                    <p:animEffect filter="fade" transition="in">
                                      <p:cBhvr additive="repl">
                                        <p:cTn id="92" dur="1000"/>
                                        <p:tgtEl>
                                          <p:spTgt spid="467">
                                            <p:txEl>
                                              <p:pRg st="0" end="0"/>
                                            </p:txEl>
                                          </p:spTgt>
                                        </p:tgtEl>
                                      </p:cBhvr>
                                    </p:animEffect>
                                    <p:anim calcmode="lin" valueType="num">
                                      <p:cBhvr additive="repl">
                                        <p:cTn id="93" dur="1000" fill="hold"/>
                                        <p:tgtEl>
                                          <p:spTgt spid="467">
                                            <p:txEl>
                                              <p:pRg st="0" end="0"/>
                                            </p:txEl>
                                          </p:spTgt>
                                        </p:tgtEl>
                                        <p:attrNameLst>
                                          <p:attrName>ppt_x</p:attrName>
                                        </p:attrNameLst>
                                      </p:cBhvr>
                                      <p:tavLst>
                                        <p:tav tm="0">
                                          <p:val>
                                            <p:strVal val="#ppt_x"/>
                                          </p:val>
                                        </p:tav>
                                        <p:tav tm="100000">
                                          <p:val>
                                            <p:strVal val="#ppt_x"/>
                                          </p:val>
                                        </p:tav>
                                      </p:tavLst>
                                    </p:anim>
                                    <p:anim calcmode="lin" valueType="num">
                                      <p:cBhvr additive="repl">
                                        <p:cTn id="94" dur="1000" fill="hold"/>
                                        <p:tgtEl>
                                          <p:spTgt spid="46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69" name="Picture 4" descr=""/>
          <p:cNvPicPr/>
          <p:nvPr/>
        </p:nvPicPr>
        <p:blipFill>
          <a:blip r:embed="rId1"/>
          <a:srcRect l="0" t="96170" r="0" b="0"/>
          <a:stretch/>
        </p:blipFill>
        <p:spPr>
          <a:xfrm>
            <a:off x="676080" y="6472080"/>
            <a:ext cx="2142720" cy="192600"/>
          </a:xfrm>
          <a:prstGeom prst="rect">
            <a:avLst/>
          </a:prstGeom>
          <a:ln w="0">
            <a:noFill/>
          </a:ln>
        </p:spPr>
      </p:pic>
      <p:sp>
        <p:nvSpPr>
          <p:cNvPr id="470" name="PlaceHolder 1"/>
          <p:cNvSpPr>
            <a:spLocks noGrp="1"/>
          </p:cNvSpPr>
          <p:nvPr>
            <p:ph type="title"/>
          </p:nvPr>
        </p:nvSpPr>
        <p:spPr>
          <a:xfrm>
            <a:off x="457200" y="228600"/>
            <a:ext cx="6858000" cy="543960"/>
          </a:xfrm>
          <a:prstGeom prst="rect">
            <a:avLst/>
          </a:prstGeom>
          <a:noFill/>
          <a:ln w="0">
            <a:noFill/>
          </a:ln>
        </p:spPr>
        <p:txBody>
          <a:bodyPr lIns="91440" rIns="91440" tIns="45720" bIns="45720" anchor="t">
            <a:normAutofit fontScale="41883"/>
          </a:bodyPr>
          <a:p>
            <a:pPr indent="0" defTabSz="457200">
              <a:lnSpc>
                <a:spcPct val="100000"/>
              </a:lnSpc>
              <a:spcBef>
                <a:spcPts val="1191"/>
              </a:spcBef>
              <a:spcAft>
                <a:spcPts val="992"/>
              </a:spcAft>
              <a:buNone/>
            </a:pPr>
            <a:r>
              <a:rPr b="1" lang="en-GB" sz="4800" spc="-1" strike="noStrike">
                <a:solidFill>
                  <a:schemeClr val="dk1"/>
                </a:solidFill>
                <a:latin typeface="Trebuchet MS"/>
              </a:rPr>
              <a:t>RESULTS - Data Cleaning &amp; Missing Value Treatment</a:t>
            </a:r>
            <a:endParaRPr b="0" lang="en-US" sz="4800" spc="-1" strike="noStrike">
              <a:solidFill>
                <a:schemeClr val="dk1"/>
              </a:solidFill>
              <a:latin typeface="Trebuchet MS"/>
            </a:endParaRPr>
          </a:p>
        </p:txBody>
      </p:sp>
      <p:sp>
        <p:nvSpPr>
          <p:cNvPr id="471" name="Text Placeholder 30"/>
          <p:cNvSpPr/>
          <p:nvPr/>
        </p:nvSpPr>
        <p:spPr>
          <a:xfrm>
            <a:off x="32112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endParaRPr b="0" lang="en-GB" sz="2000" spc="-1" strike="noStrike">
              <a:solidFill>
                <a:schemeClr val="dk1"/>
              </a:solidFill>
              <a:latin typeface="Trebuchet MS"/>
            </a:endParaRPr>
          </a:p>
        </p:txBody>
      </p:sp>
      <p:sp>
        <p:nvSpPr>
          <p:cNvPr id="472" name="Text Placeholder 30"/>
          <p:cNvSpPr/>
          <p:nvPr/>
        </p:nvSpPr>
        <p:spPr>
          <a:xfrm>
            <a:off x="434556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endParaRPr b="0" lang="en-GB" sz="2000" spc="-1" strike="noStrike">
              <a:solidFill>
                <a:schemeClr val="dk1"/>
              </a:solidFill>
              <a:latin typeface="Trebuchet MS"/>
            </a:endParaRPr>
          </a:p>
        </p:txBody>
      </p:sp>
      <p:pic>
        <p:nvPicPr>
          <p:cNvPr id="473" name="" descr=""/>
          <p:cNvPicPr/>
          <p:nvPr/>
        </p:nvPicPr>
        <p:blipFill>
          <a:blip r:embed="rId2"/>
          <a:stretch/>
        </p:blipFill>
        <p:spPr>
          <a:xfrm>
            <a:off x="1752840" y="1145160"/>
            <a:ext cx="6705360" cy="2741040"/>
          </a:xfrm>
          <a:prstGeom prst="rect">
            <a:avLst/>
          </a:prstGeom>
          <a:ln w="0">
            <a:noFill/>
          </a:ln>
        </p:spPr>
      </p:pic>
      <p:sp>
        <p:nvSpPr>
          <p:cNvPr id="474" name=""/>
          <p:cNvSpPr txBox="1"/>
          <p:nvPr/>
        </p:nvSpPr>
        <p:spPr>
          <a:xfrm>
            <a:off x="1250280" y="3725280"/>
            <a:ext cx="7665120" cy="2746800"/>
          </a:xfrm>
          <a:prstGeom prst="rect">
            <a:avLst/>
          </a:prstGeom>
          <a:noFill/>
          <a:ln w="0">
            <a:noFill/>
          </a:ln>
        </p:spPr>
        <p:txBody>
          <a:bodyPr lIns="90000" rIns="90000" tIns="45000" bIns="45000" anchor="t">
            <a:noAutofit/>
          </a:bodyPr>
          <a:p>
            <a:r>
              <a:rPr b="0" lang="en-US" sz="1000" spc="-1" strike="noStrike">
                <a:solidFill>
                  <a:srgbClr val="000000"/>
                </a:solidFill>
                <a:latin typeface="Arial"/>
              </a:rPr>
              <a:t>Dataset Profile: 4,000 observations and 28 attributes with 0 duplicate rows across 8 states and 10 districts. </a:t>
            </a:r>
            <a:endParaRPr b="0" lang="en-US" sz="1000" spc="-1" strike="noStrike">
              <a:solidFill>
                <a:srgbClr val="000000"/>
              </a:solidFill>
              <a:latin typeface="Arial"/>
            </a:endParaRPr>
          </a:p>
          <a:p>
            <a:r>
              <a:rPr b="0" lang="en-US" sz="1000" spc="-1" strike="noStrike">
                <a:solidFill>
                  <a:srgbClr val="000000"/>
                </a:solidFill>
                <a:latin typeface="Arial"/>
              </a:rPr>
              <a:t>Missing Data Identified:</a:t>
            </a:r>
            <a:endParaRPr b="0" lang="en-US" sz="1000" spc="-1" strike="noStrike">
              <a:solidFill>
                <a:srgbClr val="000000"/>
              </a:solidFill>
              <a:latin typeface="Arial"/>
            </a:endParaRPr>
          </a:p>
          <a:p>
            <a:r>
              <a:rPr b="0" lang="en-US" sz="1000" spc="-1" strike="noStrike">
                <a:solidFill>
                  <a:srgbClr val="000000"/>
                </a:solidFill>
                <a:latin typeface="Arial"/>
              </a:rPr>
              <a:t>Rainfall: 48 missing values (1.20%) </a:t>
            </a:r>
            <a:endParaRPr b="0" lang="en-US" sz="1000" spc="-1" strike="noStrike">
              <a:solidFill>
                <a:srgbClr val="000000"/>
              </a:solidFill>
              <a:latin typeface="Arial"/>
            </a:endParaRPr>
          </a:p>
          <a:p>
            <a:r>
              <a:rPr b="0" lang="en-US" sz="1000" spc="-1" strike="noStrike">
                <a:solidFill>
                  <a:srgbClr val="000000"/>
                </a:solidFill>
                <a:latin typeface="Arial"/>
              </a:rPr>
              <a:t>Soil Moisture: 40 missing values (1.00%) </a:t>
            </a:r>
            <a:endParaRPr b="0" lang="en-US" sz="1000" spc="-1" strike="noStrike">
              <a:solidFill>
                <a:srgbClr val="000000"/>
              </a:solidFill>
              <a:latin typeface="Arial"/>
            </a:endParaRPr>
          </a:p>
          <a:p>
            <a:r>
              <a:rPr b="0" lang="en-US" sz="1000" spc="-1" strike="noStrike">
                <a:solidFill>
                  <a:srgbClr val="000000"/>
                </a:solidFill>
                <a:latin typeface="Arial"/>
              </a:rPr>
              <a:t>Yield: 32 missing values (0.80%) </a:t>
            </a:r>
            <a:endParaRPr b="0" lang="en-US" sz="1000" spc="-1" strike="noStrike">
              <a:solidFill>
                <a:srgbClr val="000000"/>
              </a:solidFill>
              <a:latin typeface="Arial"/>
            </a:endParaRPr>
          </a:p>
          <a:p>
            <a:r>
              <a:rPr b="0" lang="en-US" sz="1000" spc="-1" strike="noStrike">
                <a:solidFill>
                  <a:srgbClr val="000000"/>
                </a:solidFill>
                <a:latin typeface="Arial"/>
              </a:rPr>
              <a:t>Imputation Technique: Handled via median imputation for numerical features, successfully bringing the remaining missing values to 0. </a:t>
            </a:r>
            <a:endParaRPr b="0" lang="en-US" sz="1000" spc="-1" strike="noStrike">
              <a:solidFill>
                <a:srgbClr val="000000"/>
              </a:solidFill>
              <a:latin typeface="Arial"/>
            </a:endParaRPr>
          </a:p>
          <a:p>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95" dur="indefinite" restart="never" nodeType="tmRoot">
          <p:childTnLst>
            <p:seq>
              <p:cTn id="96" dur="indefinite" nodeType="mainSeq">
                <p:childTnLst>
                  <p:par>
                    <p:cTn id="97" fill="hold">
                      <p:stCondLst>
                        <p:cond delay="indefinite"/>
                      </p:stCondLst>
                      <p:childTnLst>
                        <p:par>
                          <p:cTn id="98" fill="hold">
                            <p:stCondLst>
                              <p:cond delay="0"/>
                            </p:stCondLst>
                            <p:childTnLst>
                              <p:par>
                                <p:cTn id="99" nodeType="clickEffect" fill="hold" presetClass="entr" presetID="53" presetSubtype="16">
                                  <p:stCondLst>
                                    <p:cond delay="0"/>
                                  </p:stCondLst>
                                  <p:childTnLst>
                                    <p:set>
                                      <p:cBhvr>
                                        <p:cTn id="100" dur="1" fill="hold">
                                          <p:stCondLst>
                                            <p:cond delay="0"/>
                                          </p:stCondLst>
                                        </p:cTn>
                                        <p:tgtEl>
                                          <p:spTgt spid="470"/>
                                        </p:tgtEl>
                                        <p:attrNameLst>
                                          <p:attrName>style.visibility</p:attrName>
                                        </p:attrNameLst>
                                      </p:cBhvr>
                                      <p:to>
                                        <p:strVal val="visible"/>
                                      </p:to>
                                    </p:set>
                                    <p:anim calcmode="lin" valueType="num">
                                      <p:cBhvr additive="repl">
                                        <p:cTn id="101" dur="500" fill="hold"/>
                                        <p:tgtEl>
                                          <p:spTgt spid="470"/>
                                        </p:tgtEl>
                                        <p:attrNameLst>
                                          <p:attrName>ppt_w</p:attrName>
                                        </p:attrNameLst>
                                      </p:cBhvr>
                                      <p:tavLst>
                                        <p:tav tm="0">
                                          <p:val>
                                            <p:fltVal val="0"/>
                                          </p:val>
                                        </p:tav>
                                        <p:tav tm="100000">
                                          <p:val>
                                            <p:strVal val="#ppt_w"/>
                                          </p:val>
                                        </p:tav>
                                      </p:tavLst>
                                    </p:anim>
                                    <p:anim calcmode="lin" valueType="num">
                                      <p:cBhvr additive="repl">
                                        <p:cTn id="102" dur="500" fill="hold"/>
                                        <p:tgtEl>
                                          <p:spTgt spid="470"/>
                                        </p:tgtEl>
                                        <p:attrNameLst>
                                          <p:attrName>ppt_h</p:attrName>
                                        </p:attrNameLst>
                                      </p:cBhvr>
                                      <p:tavLst>
                                        <p:tav tm="0">
                                          <p:val>
                                            <p:fltVal val="0"/>
                                          </p:val>
                                        </p:tav>
                                        <p:tav tm="100000">
                                          <p:val>
                                            <p:strVal val="#ppt_h"/>
                                          </p:val>
                                        </p:tav>
                                      </p:tavLst>
                                    </p:anim>
                                    <p:animEffect filter="fade" transition="in">
                                      <p:cBhvr additive="repl">
                                        <p:cTn id="103" dur="500"/>
                                        <p:tgtEl>
                                          <p:spTgt spid="470"/>
                                        </p:tgtEl>
                                      </p:cBhvr>
                                    </p:animEffect>
                                  </p:childTnLst>
                                </p:cTn>
                              </p:par>
                            </p:childTnLst>
                          </p:cTn>
                        </p:par>
                      </p:childTnLst>
                    </p:cTn>
                  </p:par>
                  <p:par>
                    <p:cTn id="104" fill="hold">
                      <p:stCondLst>
                        <p:cond delay="indefinite"/>
                      </p:stCondLst>
                      <p:childTnLst>
                        <p:par>
                          <p:cTn id="105" fill="hold">
                            <p:stCondLst>
                              <p:cond delay="0"/>
                            </p:stCondLst>
                            <p:childTnLst>
                              <p:par>
                                <p:cTn id="106" nodeType="clickEffect" fill="hold" presetClass="entr" presetID="42">
                                  <p:stCondLst>
                                    <p:cond delay="0"/>
                                  </p:stCondLst>
                                  <p:endCondLst>
                                    <p:cond delay="0" evt="begin">
                                      <p:tn val="106"/>
                                    </p:cond>
                                  </p:endCondLst>
                                  <p:childTnLst>
                                    <p:set>
                                      <p:cBhvr>
                                        <p:cTn id="107" dur="1" fill="hold">
                                          <p:stCondLst>
                                            <p:cond delay="0"/>
                                          </p:stCondLst>
                                        </p:cTn>
                                        <p:tgtEl>
                                          <p:spTgt spid="471"/>
                                        </p:tgtEl>
                                        <p:attrNameLst>
                                          <p:attrName>style.visibility</p:attrName>
                                        </p:attrNameLst>
                                      </p:cBhvr>
                                      <p:to>
                                        <p:strVal val="visible"/>
                                      </p:to>
                                    </p:set>
                                    <p:animEffect filter="fade" transition="in">
                                      <p:cBhvr additive="repl">
                                        <p:cTn id="108" dur="1000"/>
                                        <p:tgtEl>
                                          <p:spTgt spid="471"/>
                                        </p:tgtEl>
                                      </p:cBhvr>
                                    </p:animEffect>
                                    <p:anim calcmode="lin" valueType="num">
                                      <p:cBhvr additive="repl">
                                        <p:cTn id="109" dur="1000" fill="hold"/>
                                        <p:tgtEl>
                                          <p:spTgt spid="471"/>
                                        </p:tgtEl>
                                        <p:attrNameLst>
                                          <p:attrName>ppt_x</p:attrName>
                                        </p:attrNameLst>
                                      </p:cBhvr>
                                      <p:tavLst>
                                        <p:tav tm="0">
                                          <p:val>
                                            <p:strVal val="#ppt_x"/>
                                          </p:val>
                                        </p:tav>
                                        <p:tav tm="100000">
                                          <p:val>
                                            <p:strVal val="#ppt_x"/>
                                          </p:val>
                                        </p:tav>
                                      </p:tavLst>
                                    </p:anim>
                                    <p:anim calcmode="lin" valueType="num">
                                      <p:cBhvr additive="repl">
                                        <p:cTn id="110" dur="1000" fill="hold"/>
                                        <p:tgtEl>
                                          <p:spTgt spid="471"/>
                                        </p:tgtEl>
                                        <p:attrNameLst>
                                          <p:attrName>ppt_y</p:attrName>
                                        </p:attrNameLst>
                                      </p:cBhvr>
                                      <p:tavLst>
                                        <p:tav tm="0">
                                          <p:val>
                                            <p:strVal val="#ppt_y+.1"/>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nodeType="clickEffect" fill="hold" presetClass="entr" presetID="42">
                                  <p:stCondLst>
                                    <p:cond delay="0"/>
                                  </p:stCondLst>
                                  <p:endCondLst>
                                    <p:cond delay="0" evt="begin">
                                      <p:tn val="113"/>
                                    </p:cond>
                                  </p:endCondLst>
                                  <p:childTnLst>
                                    <p:set>
                                      <p:cBhvr>
                                        <p:cTn id="114" dur="1" fill="hold">
                                          <p:stCondLst>
                                            <p:cond delay="0"/>
                                          </p:stCondLst>
                                        </p:cTn>
                                        <p:tgtEl>
                                          <p:spTgt spid="472"/>
                                        </p:tgtEl>
                                        <p:attrNameLst>
                                          <p:attrName>style.visibility</p:attrName>
                                        </p:attrNameLst>
                                      </p:cBhvr>
                                      <p:to>
                                        <p:strVal val="visible"/>
                                      </p:to>
                                    </p:set>
                                    <p:animEffect filter="fade" transition="in">
                                      <p:cBhvr additive="repl">
                                        <p:cTn id="115" dur="1000"/>
                                        <p:tgtEl>
                                          <p:spTgt spid="472"/>
                                        </p:tgtEl>
                                      </p:cBhvr>
                                    </p:animEffect>
                                    <p:anim calcmode="lin" valueType="num">
                                      <p:cBhvr additive="repl">
                                        <p:cTn id="116" dur="1000" fill="hold"/>
                                        <p:tgtEl>
                                          <p:spTgt spid="472"/>
                                        </p:tgtEl>
                                        <p:attrNameLst>
                                          <p:attrName>ppt_x</p:attrName>
                                        </p:attrNameLst>
                                      </p:cBhvr>
                                      <p:tavLst>
                                        <p:tav tm="0">
                                          <p:val>
                                            <p:strVal val="#ppt_x"/>
                                          </p:val>
                                        </p:tav>
                                        <p:tav tm="100000">
                                          <p:val>
                                            <p:strVal val="#ppt_x"/>
                                          </p:val>
                                        </p:tav>
                                      </p:tavLst>
                                    </p:anim>
                                    <p:anim calcmode="lin" valueType="num">
                                      <p:cBhvr additive="repl">
                                        <p:cTn id="117" dur="1000" fill="hold"/>
                                        <p:tgtEl>
                                          <p:spTgt spid="47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75" name="Picture 4" descr=""/>
          <p:cNvPicPr/>
          <p:nvPr/>
        </p:nvPicPr>
        <p:blipFill>
          <a:blip r:embed="rId1"/>
          <a:srcRect l="0" t="96170" r="0" b="0"/>
          <a:stretch/>
        </p:blipFill>
        <p:spPr>
          <a:xfrm>
            <a:off x="676080" y="6472080"/>
            <a:ext cx="2142720" cy="192600"/>
          </a:xfrm>
          <a:prstGeom prst="rect">
            <a:avLst/>
          </a:prstGeom>
          <a:ln w="0">
            <a:noFill/>
          </a:ln>
        </p:spPr>
      </p:pic>
      <p:sp>
        <p:nvSpPr>
          <p:cNvPr id="476" name="PlaceHolder 1"/>
          <p:cNvSpPr>
            <a:spLocks noGrp="1"/>
          </p:cNvSpPr>
          <p:nvPr>
            <p:ph type="title"/>
          </p:nvPr>
        </p:nvSpPr>
        <p:spPr>
          <a:xfrm>
            <a:off x="218880" y="141840"/>
            <a:ext cx="7324920" cy="543960"/>
          </a:xfrm>
          <a:prstGeom prst="rect">
            <a:avLst/>
          </a:prstGeom>
          <a:noFill/>
          <a:ln w="0">
            <a:noFill/>
          </a:ln>
        </p:spPr>
        <p:txBody>
          <a:bodyPr lIns="91440" rIns="91440" tIns="45720" bIns="45720" anchor="t">
            <a:normAutofit fontScale="60428"/>
          </a:bodyPr>
          <a:p>
            <a:pPr indent="0" defTabSz="457200">
              <a:lnSpc>
                <a:spcPct val="100000"/>
              </a:lnSpc>
              <a:spcBef>
                <a:spcPts val="1191"/>
              </a:spcBef>
              <a:spcAft>
                <a:spcPts val="992"/>
              </a:spcAft>
              <a:buNone/>
            </a:pPr>
            <a:r>
              <a:rPr b="1" lang="en-GB" sz="4800" spc="-1" strike="noStrike">
                <a:solidFill>
                  <a:schemeClr val="dk1"/>
                </a:solidFill>
                <a:latin typeface="Trebuchet MS"/>
              </a:rPr>
              <a:t>RESULTS – Overall Statistical Summary </a:t>
            </a:r>
            <a:endParaRPr b="0" lang="en-US" sz="4800" spc="-1" strike="noStrike">
              <a:solidFill>
                <a:schemeClr val="dk1"/>
              </a:solidFill>
              <a:latin typeface="Trebuchet MS"/>
            </a:endParaRPr>
          </a:p>
        </p:txBody>
      </p:sp>
      <p:sp>
        <p:nvSpPr>
          <p:cNvPr id="477" name="Text Placeholder 30"/>
          <p:cNvSpPr/>
          <p:nvPr/>
        </p:nvSpPr>
        <p:spPr>
          <a:xfrm>
            <a:off x="32112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endParaRPr b="0" lang="en-GB" sz="2000" spc="-1" strike="noStrike">
              <a:solidFill>
                <a:schemeClr val="dk1"/>
              </a:solidFill>
              <a:latin typeface="Trebuchet MS"/>
            </a:endParaRPr>
          </a:p>
        </p:txBody>
      </p:sp>
      <p:sp>
        <p:nvSpPr>
          <p:cNvPr id="478" name="Text Placeholder 30"/>
          <p:cNvSpPr/>
          <p:nvPr/>
        </p:nvSpPr>
        <p:spPr>
          <a:xfrm>
            <a:off x="434556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endParaRPr b="0" lang="en-GB" sz="2000" spc="-1" strike="noStrike">
              <a:solidFill>
                <a:schemeClr val="dk1"/>
              </a:solidFill>
              <a:latin typeface="Trebuchet MS"/>
            </a:endParaRPr>
          </a:p>
        </p:txBody>
      </p:sp>
      <p:sp>
        <p:nvSpPr>
          <p:cNvPr id="479" name="PlaceHolder 2"/>
          <p:cNvSpPr>
            <a:spLocks noGrp="1"/>
          </p:cNvSpPr>
          <p:nvPr>
            <p:ph/>
          </p:nvPr>
        </p:nvSpPr>
        <p:spPr>
          <a:xfrm>
            <a:off x="807120" y="1431720"/>
            <a:ext cx="4274640" cy="47700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b="0" lang="en-US" sz="2000" spc="-1" strike="noStrike">
                <a:solidFill>
                  <a:schemeClr val="dk1">
                    <a:lumMod val="75000"/>
                    <a:lumOff val="25000"/>
                  </a:schemeClr>
                </a:solidFill>
                <a:latin typeface="Trebuchet MS"/>
              </a:rPr>
              <a:t>[Add screen shots of your code ]</a:t>
            </a:r>
            <a:endParaRPr b="0" lang="en-US" sz="2000" spc="-1" strike="noStrike">
              <a:solidFill>
                <a:schemeClr val="dk1">
                  <a:lumMod val="75000"/>
                  <a:lumOff val="25000"/>
                </a:schemeClr>
              </a:solidFill>
              <a:latin typeface="Trebuchet MS"/>
            </a:endParaRPr>
          </a:p>
        </p:txBody>
      </p:sp>
      <p:pic>
        <p:nvPicPr>
          <p:cNvPr id="480" name="" descr=""/>
          <p:cNvPicPr/>
          <p:nvPr/>
        </p:nvPicPr>
        <p:blipFill>
          <a:blip r:embed="rId2"/>
          <a:stretch/>
        </p:blipFill>
        <p:spPr>
          <a:xfrm>
            <a:off x="685800" y="839520"/>
            <a:ext cx="6660000" cy="3275280"/>
          </a:xfrm>
          <a:prstGeom prst="rect">
            <a:avLst/>
          </a:prstGeom>
          <a:ln w="0">
            <a:noFill/>
          </a:ln>
        </p:spPr>
      </p:pic>
      <p:sp>
        <p:nvSpPr>
          <p:cNvPr id="481" name=""/>
          <p:cNvSpPr txBox="1"/>
          <p:nvPr/>
        </p:nvSpPr>
        <p:spPr>
          <a:xfrm>
            <a:off x="914400" y="4492080"/>
            <a:ext cx="6858000" cy="2116440"/>
          </a:xfrm>
          <a:prstGeom prst="rect">
            <a:avLst/>
          </a:prstGeom>
          <a:noFill/>
          <a:ln w="0">
            <a:noFill/>
          </a:ln>
        </p:spPr>
        <p:txBody>
          <a:bodyPr lIns="90000" rIns="90000" tIns="45000" bIns="45000" anchor="t">
            <a:noAutofit/>
          </a:bodyPr>
          <a:p>
            <a:r>
              <a:rPr b="0" lang="en-US" sz="1200" spc="-1" strike="noStrike">
                <a:solidFill>
                  <a:srgbClr val="000000"/>
                </a:solidFill>
                <a:latin typeface="Arial"/>
              </a:rPr>
              <a:t>Farm Dynamics: Farm area ranges between 0.50 ha and 15.00 ha, averaging 7.89 ha. </a:t>
            </a:r>
            <a:endParaRPr b="0" lang="en-US" sz="1200" spc="-1" strike="noStrike">
              <a:solidFill>
                <a:srgbClr val="000000"/>
              </a:solidFill>
              <a:latin typeface="Arial"/>
            </a:endParaRPr>
          </a:p>
          <a:p>
            <a:r>
              <a:rPr b="0" lang="en-US" sz="1200" spc="-1" strike="noStrike">
                <a:solidFill>
                  <a:srgbClr val="000000"/>
                </a:solidFill>
                <a:latin typeface="Arial"/>
              </a:rPr>
              <a:t>Yield Variations: Mean yield is 5.24 tonnes/ha, while median yield is 1.74 tonnes/ha, indicating positive skewness from high-yield outliers. </a:t>
            </a:r>
            <a:endParaRPr b="0" lang="en-US" sz="1200" spc="-1" strike="noStrike">
              <a:solidFill>
                <a:srgbClr val="000000"/>
              </a:solidFill>
              <a:latin typeface="Arial"/>
            </a:endParaRPr>
          </a:p>
          <a:p>
            <a:r>
              <a:rPr b="0" lang="en-US" sz="1200" spc="-1" strike="noStrike">
                <a:solidFill>
                  <a:srgbClr val="000000"/>
                </a:solidFill>
                <a:latin typeface="Arial"/>
              </a:rPr>
              <a:t>Financial Spread: Average total cost is ₹5,26,303.58 compared to an average revenue of ₹6,37,860.05. </a:t>
            </a:r>
            <a:endParaRPr b="0" lang="en-US" sz="1200" spc="-1" strike="noStrike">
              <a:solidFill>
                <a:srgbClr val="000000"/>
              </a:solidFill>
              <a:latin typeface="Arial"/>
            </a:endParaRPr>
          </a:p>
          <a:p>
            <a:r>
              <a:rPr b="0" lang="en-US" sz="1200" spc="-1" strike="noStrike">
                <a:solidFill>
                  <a:srgbClr val="000000"/>
                </a:solidFill>
                <a:latin typeface="Arial"/>
              </a:rPr>
              <a:t>Profitability: Net profit averages ₹1,11,556.46 but displays wide variation ranging from a loss of -₹10,19,223.00 to a peak profit of ₹43,45,421.00. </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118" dur="indefinite" restart="never" nodeType="tmRoot">
          <p:childTnLst>
            <p:seq>
              <p:cTn id="119" dur="indefinite" nodeType="mainSeq">
                <p:childTnLst>
                  <p:par>
                    <p:cTn id="120" fill="hold">
                      <p:stCondLst>
                        <p:cond delay="indefinite"/>
                      </p:stCondLst>
                      <p:childTnLst>
                        <p:par>
                          <p:cTn id="121" fill="hold">
                            <p:stCondLst>
                              <p:cond delay="0"/>
                            </p:stCondLst>
                            <p:childTnLst>
                              <p:par>
                                <p:cTn id="122" nodeType="clickEffect" fill="hold" presetClass="entr" presetID="53" presetSubtype="16">
                                  <p:stCondLst>
                                    <p:cond delay="0"/>
                                  </p:stCondLst>
                                  <p:childTnLst>
                                    <p:set>
                                      <p:cBhvr>
                                        <p:cTn id="123" dur="1" fill="hold">
                                          <p:stCondLst>
                                            <p:cond delay="0"/>
                                          </p:stCondLst>
                                        </p:cTn>
                                        <p:tgtEl>
                                          <p:spTgt spid="476"/>
                                        </p:tgtEl>
                                        <p:attrNameLst>
                                          <p:attrName>style.visibility</p:attrName>
                                        </p:attrNameLst>
                                      </p:cBhvr>
                                      <p:to>
                                        <p:strVal val="visible"/>
                                      </p:to>
                                    </p:set>
                                    <p:anim calcmode="lin" valueType="num">
                                      <p:cBhvr additive="repl">
                                        <p:cTn id="124" dur="500" fill="hold"/>
                                        <p:tgtEl>
                                          <p:spTgt spid="476"/>
                                        </p:tgtEl>
                                        <p:attrNameLst>
                                          <p:attrName>ppt_w</p:attrName>
                                        </p:attrNameLst>
                                      </p:cBhvr>
                                      <p:tavLst>
                                        <p:tav tm="0">
                                          <p:val>
                                            <p:fltVal val="0"/>
                                          </p:val>
                                        </p:tav>
                                        <p:tav tm="100000">
                                          <p:val>
                                            <p:strVal val="#ppt_w"/>
                                          </p:val>
                                        </p:tav>
                                      </p:tavLst>
                                    </p:anim>
                                    <p:anim calcmode="lin" valueType="num">
                                      <p:cBhvr additive="repl">
                                        <p:cTn id="125" dur="500" fill="hold"/>
                                        <p:tgtEl>
                                          <p:spTgt spid="476"/>
                                        </p:tgtEl>
                                        <p:attrNameLst>
                                          <p:attrName>ppt_h</p:attrName>
                                        </p:attrNameLst>
                                      </p:cBhvr>
                                      <p:tavLst>
                                        <p:tav tm="0">
                                          <p:val>
                                            <p:fltVal val="0"/>
                                          </p:val>
                                        </p:tav>
                                        <p:tav tm="100000">
                                          <p:val>
                                            <p:strVal val="#ppt_h"/>
                                          </p:val>
                                        </p:tav>
                                      </p:tavLst>
                                    </p:anim>
                                    <p:animEffect filter="fade" transition="in">
                                      <p:cBhvr additive="repl">
                                        <p:cTn id="126" dur="500"/>
                                        <p:tgtEl>
                                          <p:spTgt spid="476"/>
                                        </p:tgtEl>
                                      </p:cBhvr>
                                    </p:animEffect>
                                  </p:childTnLst>
                                </p:cTn>
                              </p:par>
                            </p:childTnLst>
                          </p:cTn>
                        </p:par>
                      </p:childTnLst>
                    </p:cTn>
                  </p:par>
                  <p:par>
                    <p:cTn id="127" fill="hold">
                      <p:stCondLst>
                        <p:cond delay="indefinite"/>
                      </p:stCondLst>
                      <p:childTnLst>
                        <p:par>
                          <p:cTn id="128" fill="hold">
                            <p:stCondLst>
                              <p:cond delay="0"/>
                            </p:stCondLst>
                            <p:childTnLst>
                              <p:par>
                                <p:cTn id="129" nodeType="clickEffect" fill="hold" presetClass="entr" presetID="42">
                                  <p:stCondLst>
                                    <p:cond delay="0"/>
                                  </p:stCondLst>
                                  <p:endCondLst>
                                    <p:cond delay="0" evt="begin">
                                      <p:tn val="129"/>
                                    </p:cond>
                                  </p:endCondLst>
                                  <p:childTnLst>
                                    <p:set>
                                      <p:cBhvr>
                                        <p:cTn id="130" dur="1" fill="hold">
                                          <p:stCondLst>
                                            <p:cond delay="0"/>
                                          </p:stCondLst>
                                        </p:cTn>
                                        <p:tgtEl>
                                          <p:spTgt spid="477"/>
                                        </p:tgtEl>
                                        <p:attrNameLst>
                                          <p:attrName>style.visibility</p:attrName>
                                        </p:attrNameLst>
                                      </p:cBhvr>
                                      <p:to>
                                        <p:strVal val="visible"/>
                                      </p:to>
                                    </p:set>
                                    <p:animEffect filter="fade" transition="in">
                                      <p:cBhvr additive="repl">
                                        <p:cTn id="131" dur="1000"/>
                                        <p:tgtEl>
                                          <p:spTgt spid="477"/>
                                        </p:tgtEl>
                                      </p:cBhvr>
                                    </p:animEffect>
                                    <p:anim calcmode="lin" valueType="num">
                                      <p:cBhvr additive="repl">
                                        <p:cTn id="132" dur="1000" fill="hold"/>
                                        <p:tgtEl>
                                          <p:spTgt spid="477"/>
                                        </p:tgtEl>
                                        <p:attrNameLst>
                                          <p:attrName>ppt_x</p:attrName>
                                        </p:attrNameLst>
                                      </p:cBhvr>
                                      <p:tavLst>
                                        <p:tav tm="0">
                                          <p:val>
                                            <p:strVal val="#ppt_x"/>
                                          </p:val>
                                        </p:tav>
                                        <p:tav tm="100000">
                                          <p:val>
                                            <p:strVal val="#ppt_x"/>
                                          </p:val>
                                        </p:tav>
                                      </p:tavLst>
                                    </p:anim>
                                    <p:anim calcmode="lin" valueType="num">
                                      <p:cBhvr additive="repl">
                                        <p:cTn id="133" dur="1000" fill="hold"/>
                                        <p:tgtEl>
                                          <p:spTgt spid="477"/>
                                        </p:tgtEl>
                                        <p:attrNameLst>
                                          <p:attrName>ppt_y</p:attrName>
                                        </p:attrNameLst>
                                      </p:cBhvr>
                                      <p:tavLst>
                                        <p:tav tm="0">
                                          <p:val>
                                            <p:strVal val="#ppt_y+.1"/>
                                          </p:val>
                                        </p:tav>
                                        <p:tav tm="100000">
                                          <p:val>
                                            <p:strVal val="#ppt_y"/>
                                          </p:val>
                                        </p:tav>
                                      </p:tavLst>
                                    </p:anim>
                                  </p:childTnLst>
                                </p:cTn>
                              </p:par>
                            </p:childTnLst>
                          </p:cTn>
                        </p:par>
                      </p:childTnLst>
                    </p:cTn>
                  </p:par>
                  <p:par>
                    <p:cTn id="134" fill="hold">
                      <p:stCondLst>
                        <p:cond delay="indefinite"/>
                      </p:stCondLst>
                      <p:childTnLst>
                        <p:par>
                          <p:cTn id="135" fill="hold">
                            <p:stCondLst>
                              <p:cond delay="0"/>
                            </p:stCondLst>
                            <p:childTnLst>
                              <p:par>
                                <p:cTn id="136" nodeType="clickEffect" fill="hold" presetClass="entr" presetID="42">
                                  <p:stCondLst>
                                    <p:cond delay="0"/>
                                  </p:stCondLst>
                                  <p:endCondLst>
                                    <p:cond delay="0" evt="begin">
                                      <p:tn val="136"/>
                                    </p:cond>
                                  </p:endCondLst>
                                  <p:childTnLst>
                                    <p:set>
                                      <p:cBhvr>
                                        <p:cTn id="137" dur="1" fill="hold">
                                          <p:stCondLst>
                                            <p:cond delay="0"/>
                                          </p:stCondLst>
                                        </p:cTn>
                                        <p:tgtEl>
                                          <p:spTgt spid="478"/>
                                        </p:tgtEl>
                                        <p:attrNameLst>
                                          <p:attrName>style.visibility</p:attrName>
                                        </p:attrNameLst>
                                      </p:cBhvr>
                                      <p:to>
                                        <p:strVal val="visible"/>
                                      </p:to>
                                    </p:set>
                                    <p:animEffect filter="fade" transition="in">
                                      <p:cBhvr additive="repl">
                                        <p:cTn id="138" dur="1000"/>
                                        <p:tgtEl>
                                          <p:spTgt spid="478"/>
                                        </p:tgtEl>
                                      </p:cBhvr>
                                    </p:animEffect>
                                    <p:anim calcmode="lin" valueType="num">
                                      <p:cBhvr additive="repl">
                                        <p:cTn id="139" dur="1000" fill="hold"/>
                                        <p:tgtEl>
                                          <p:spTgt spid="478"/>
                                        </p:tgtEl>
                                        <p:attrNameLst>
                                          <p:attrName>ppt_x</p:attrName>
                                        </p:attrNameLst>
                                      </p:cBhvr>
                                      <p:tavLst>
                                        <p:tav tm="0">
                                          <p:val>
                                            <p:strVal val="#ppt_x"/>
                                          </p:val>
                                        </p:tav>
                                        <p:tav tm="100000">
                                          <p:val>
                                            <p:strVal val="#ppt_x"/>
                                          </p:val>
                                        </p:tav>
                                      </p:tavLst>
                                    </p:anim>
                                    <p:anim calcmode="lin" valueType="num">
                                      <p:cBhvr additive="repl">
                                        <p:cTn id="140" dur="1000" fill="hold"/>
                                        <p:tgtEl>
                                          <p:spTgt spid="478"/>
                                        </p:tgtEl>
                                        <p:attrNameLst>
                                          <p:attrName>ppt_y</p:attrName>
                                        </p:attrNameLst>
                                      </p:cBhvr>
                                      <p:tavLst>
                                        <p:tav tm="0">
                                          <p:val>
                                            <p:strVal val="#ppt_y+.1"/>
                                          </p:val>
                                        </p:tav>
                                        <p:tav tm="100000">
                                          <p:val>
                                            <p:strVal val="#ppt_y"/>
                                          </p:val>
                                        </p:tav>
                                      </p:tavLst>
                                    </p:anim>
                                  </p:childTnLst>
                                </p:cTn>
                              </p:par>
                            </p:childTnLst>
                          </p:cTn>
                        </p:par>
                      </p:childTnLst>
                    </p:cTn>
                  </p:par>
                  <p:par>
                    <p:cTn id="141" fill="hold">
                      <p:stCondLst>
                        <p:cond delay="indefinite"/>
                      </p:stCondLst>
                      <p:childTnLst>
                        <p:par>
                          <p:cTn id="142" fill="hold">
                            <p:stCondLst>
                              <p:cond delay="0"/>
                            </p:stCondLst>
                            <p:childTnLst>
                              <p:par>
                                <p:cTn id="143" nodeType="clickEffect" fill="hold" presetClass="entr" presetID="42">
                                  <p:stCondLst>
                                    <p:cond delay="0"/>
                                  </p:stCondLst>
                                  <p:childTnLst>
                                    <p:set>
                                      <p:cBhvr>
                                        <p:cTn id="144" dur="1" fill="hold">
                                          <p:stCondLst>
                                            <p:cond delay="0"/>
                                          </p:stCondLst>
                                        </p:cTn>
                                        <p:tgtEl>
                                          <p:spTgt spid="479">
                                            <p:txEl>
                                              <p:pRg st="0" end="0"/>
                                            </p:txEl>
                                          </p:spTgt>
                                        </p:tgtEl>
                                        <p:attrNameLst>
                                          <p:attrName>style.visibility</p:attrName>
                                        </p:attrNameLst>
                                      </p:cBhvr>
                                      <p:to>
                                        <p:strVal val="visible"/>
                                      </p:to>
                                    </p:set>
                                    <p:animEffect filter="fade" transition="in">
                                      <p:cBhvr additive="repl">
                                        <p:cTn id="145" dur="1000"/>
                                        <p:tgtEl>
                                          <p:spTgt spid="479">
                                            <p:txEl>
                                              <p:pRg st="0" end="0"/>
                                            </p:txEl>
                                          </p:spTgt>
                                        </p:tgtEl>
                                      </p:cBhvr>
                                    </p:animEffect>
                                    <p:anim calcmode="lin" valueType="num">
                                      <p:cBhvr additive="repl">
                                        <p:cTn id="146" dur="1000" fill="hold"/>
                                        <p:tgtEl>
                                          <p:spTgt spid="479">
                                            <p:txEl>
                                              <p:pRg st="0" end="0"/>
                                            </p:txEl>
                                          </p:spTgt>
                                        </p:tgtEl>
                                        <p:attrNameLst>
                                          <p:attrName>ppt_x</p:attrName>
                                        </p:attrNameLst>
                                      </p:cBhvr>
                                      <p:tavLst>
                                        <p:tav tm="0">
                                          <p:val>
                                            <p:strVal val="#ppt_x"/>
                                          </p:val>
                                        </p:tav>
                                        <p:tav tm="100000">
                                          <p:val>
                                            <p:strVal val="#ppt_x"/>
                                          </p:val>
                                        </p:tav>
                                      </p:tavLst>
                                    </p:anim>
                                    <p:anim calcmode="lin" valueType="num">
                                      <p:cBhvr additive="repl">
                                        <p:cTn id="147" dur="1000" fill="hold"/>
                                        <p:tgtEl>
                                          <p:spTgt spid="479">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82" name="Picture 4" descr=""/>
          <p:cNvPicPr/>
          <p:nvPr/>
        </p:nvPicPr>
        <p:blipFill>
          <a:blip r:embed="rId1"/>
          <a:srcRect l="0" t="96170" r="0" b="0"/>
          <a:stretch/>
        </p:blipFill>
        <p:spPr>
          <a:xfrm>
            <a:off x="676080" y="6472080"/>
            <a:ext cx="2142720" cy="192600"/>
          </a:xfrm>
          <a:prstGeom prst="rect">
            <a:avLst/>
          </a:prstGeom>
          <a:ln w="0">
            <a:noFill/>
          </a:ln>
        </p:spPr>
      </p:pic>
      <p:sp>
        <p:nvSpPr>
          <p:cNvPr id="483" name="PlaceHolder 1"/>
          <p:cNvSpPr>
            <a:spLocks noGrp="1"/>
          </p:cNvSpPr>
          <p:nvPr>
            <p:ph type="title"/>
          </p:nvPr>
        </p:nvSpPr>
        <p:spPr>
          <a:xfrm>
            <a:off x="228600" y="228600"/>
            <a:ext cx="9610920" cy="543960"/>
          </a:xfrm>
          <a:prstGeom prst="rect">
            <a:avLst/>
          </a:prstGeom>
          <a:noFill/>
          <a:ln w="0">
            <a:noFill/>
          </a:ln>
        </p:spPr>
        <p:txBody>
          <a:bodyPr lIns="91440" rIns="91440" tIns="45720" bIns="45720" anchor="t">
            <a:normAutofit fontScale="62095"/>
          </a:bodyPr>
          <a:p>
            <a:pPr indent="0" defTabSz="457200">
              <a:lnSpc>
                <a:spcPct val="100000"/>
              </a:lnSpc>
              <a:spcBef>
                <a:spcPts val="1191"/>
              </a:spcBef>
              <a:spcAft>
                <a:spcPts val="992"/>
              </a:spcAft>
              <a:buNone/>
            </a:pPr>
            <a:r>
              <a:rPr b="1" lang="en-GB" sz="4800" spc="-1" strike="noStrike">
                <a:solidFill>
                  <a:schemeClr val="dk1"/>
                </a:solidFill>
                <a:latin typeface="Trebuchet MS"/>
              </a:rPr>
              <a:t>RESULTS  – Univariate Categorical Distributions</a:t>
            </a:r>
            <a:endParaRPr b="0" lang="en-US" sz="4800" spc="-1" strike="noStrike">
              <a:solidFill>
                <a:schemeClr val="dk1"/>
              </a:solidFill>
              <a:latin typeface="Trebuchet MS"/>
            </a:endParaRPr>
          </a:p>
        </p:txBody>
      </p:sp>
      <p:sp>
        <p:nvSpPr>
          <p:cNvPr id="484" name="Text Placeholder 30"/>
          <p:cNvSpPr/>
          <p:nvPr/>
        </p:nvSpPr>
        <p:spPr>
          <a:xfrm>
            <a:off x="32112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endParaRPr b="0" lang="en-GB" sz="2000" spc="-1" strike="noStrike">
              <a:solidFill>
                <a:schemeClr val="dk1"/>
              </a:solidFill>
              <a:latin typeface="Trebuchet MS"/>
            </a:endParaRPr>
          </a:p>
        </p:txBody>
      </p:sp>
      <p:sp>
        <p:nvSpPr>
          <p:cNvPr id="485" name="Text Placeholder 30"/>
          <p:cNvSpPr/>
          <p:nvPr/>
        </p:nvSpPr>
        <p:spPr>
          <a:xfrm>
            <a:off x="434556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endParaRPr b="0" lang="en-GB" sz="2000" spc="-1" strike="noStrike">
              <a:solidFill>
                <a:schemeClr val="dk1"/>
              </a:solidFill>
              <a:latin typeface="Trebuchet MS"/>
            </a:endParaRPr>
          </a:p>
        </p:txBody>
      </p:sp>
      <p:pic>
        <p:nvPicPr>
          <p:cNvPr id="486" name="" descr=""/>
          <p:cNvPicPr/>
          <p:nvPr/>
        </p:nvPicPr>
        <p:blipFill>
          <a:blip r:embed="rId2"/>
          <a:stretch/>
        </p:blipFill>
        <p:spPr>
          <a:xfrm>
            <a:off x="457200" y="772560"/>
            <a:ext cx="4114800" cy="2756520"/>
          </a:xfrm>
          <a:prstGeom prst="rect">
            <a:avLst/>
          </a:prstGeom>
          <a:ln w="0">
            <a:noFill/>
          </a:ln>
        </p:spPr>
      </p:pic>
      <p:pic>
        <p:nvPicPr>
          <p:cNvPr id="487" name="" descr=""/>
          <p:cNvPicPr/>
          <p:nvPr/>
        </p:nvPicPr>
        <p:blipFill>
          <a:blip r:embed="rId3"/>
          <a:stretch/>
        </p:blipFill>
        <p:spPr>
          <a:xfrm>
            <a:off x="5204160" y="772560"/>
            <a:ext cx="4397040" cy="2842920"/>
          </a:xfrm>
          <a:prstGeom prst="rect">
            <a:avLst/>
          </a:prstGeom>
          <a:ln w="0">
            <a:noFill/>
          </a:ln>
        </p:spPr>
      </p:pic>
      <p:sp>
        <p:nvSpPr>
          <p:cNvPr id="488" name=""/>
          <p:cNvSpPr txBox="1"/>
          <p:nvPr/>
        </p:nvSpPr>
        <p:spPr>
          <a:xfrm>
            <a:off x="914400" y="3886200"/>
            <a:ext cx="7669440" cy="2055600"/>
          </a:xfrm>
          <a:prstGeom prst="rect">
            <a:avLst/>
          </a:prstGeom>
          <a:noFill/>
          <a:ln w="0">
            <a:noFill/>
          </a:ln>
        </p:spPr>
        <p:txBody>
          <a:bodyPr lIns="90000" rIns="90000" tIns="45000" bIns="45000" anchor="t">
            <a:noAutofit/>
          </a:bodyPr>
          <a:p>
            <a:r>
              <a:rPr b="0" lang="en-US" sz="1400" spc="-1" strike="noStrike">
                <a:solidFill>
                  <a:srgbClr val="000000"/>
                </a:solidFill>
                <a:latin typeface="Arial"/>
              </a:rPr>
              <a:t>Seasonal Distribution: Kharif represents the highest volume with 1,779 farm records (44.5%), followed by Rabi and Zaid. </a:t>
            </a:r>
            <a:endParaRPr b="0" lang="en-US" sz="1400" spc="-1" strike="noStrike">
              <a:solidFill>
                <a:srgbClr val="000000"/>
              </a:solidFill>
              <a:latin typeface="Arial"/>
            </a:endParaRPr>
          </a:p>
          <a:p>
            <a:r>
              <a:rPr b="0" lang="en-US" sz="1400" spc="-1" strike="noStrike">
                <a:solidFill>
                  <a:srgbClr val="000000"/>
                </a:solidFill>
                <a:latin typeface="Arial"/>
              </a:rPr>
              <a:t>Crop Representation: Rice is the most frequent crop (690 records), followed by balanced representations across Wheat, Maize, Cotton, Pulses, Chilli, Sugarcane, and Groundnut. </a:t>
            </a:r>
            <a:endParaRPr b="0" lang="en-US" sz="1400" spc="-1" strike="noStrike">
              <a:solidFill>
                <a:srgbClr val="000000"/>
              </a:solidFill>
              <a:latin typeface="Arial"/>
            </a:endParaRPr>
          </a:p>
          <a:p>
            <a:r>
              <a:rPr b="0" lang="en-US" sz="1400" spc="-1" strike="noStrike">
                <a:solidFill>
                  <a:srgbClr val="000000"/>
                </a:solidFill>
                <a:latin typeface="Arial"/>
              </a:rPr>
              <a:t>Irrigation Systems: Flood irrigation is the most dominant technique (1,310 farms), supported by Drip, Sprinkler, and Rainfed methods. </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148" dur="indefinite" restart="never" nodeType="tmRoot">
          <p:childTnLst>
            <p:seq>
              <p:cTn id="149" dur="indefinite" nodeType="mainSeq">
                <p:childTnLst>
                  <p:par>
                    <p:cTn id="150" fill="hold">
                      <p:stCondLst>
                        <p:cond delay="indefinite"/>
                      </p:stCondLst>
                      <p:childTnLst>
                        <p:par>
                          <p:cTn id="151" fill="hold">
                            <p:stCondLst>
                              <p:cond delay="0"/>
                            </p:stCondLst>
                            <p:childTnLst>
                              <p:par>
                                <p:cTn id="152" nodeType="clickEffect" fill="hold" presetClass="entr" presetID="53" presetSubtype="16">
                                  <p:stCondLst>
                                    <p:cond delay="0"/>
                                  </p:stCondLst>
                                  <p:childTnLst>
                                    <p:set>
                                      <p:cBhvr>
                                        <p:cTn id="153" dur="1" fill="hold">
                                          <p:stCondLst>
                                            <p:cond delay="0"/>
                                          </p:stCondLst>
                                        </p:cTn>
                                        <p:tgtEl>
                                          <p:spTgt spid="483"/>
                                        </p:tgtEl>
                                        <p:attrNameLst>
                                          <p:attrName>style.visibility</p:attrName>
                                        </p:attrNameLst>
                                      </p:cBhvr>
                                      <p:to>
                                        <p:strVal val="visible"/>
                                      </p:to>
                                    </p:set>
                                    <p:anim calcmode="lin" valueType="num">
                                      <p:cBhvr additive="repl">
                                        <p:cTn id="154" dur="500" fill="hold"/>
                                        <p:tgtEl>
                                          <p:spTgt spid="483"/>
                                        </p:tgtEl>
                                        <p:attrNameLst>
                                          <p:attrName>ppt_w</p:attrName>
                                        </p:attrNameLst>
                                      </p:cBhvr>
                                      <p:tavLst>
                                        <p:tav tm="0">
                                          <p:val>
                                            <p:fltVal val="0"/>
                                          </p:val>
                                        </p:tav>
                                        <p:tav tm="100000">
                                          <p:val>
                                            <p:strVal val="#ppt_w"/>
                                          </p:val>
                                        </p:tav>
                                      </p:tavLst>
                                    </p:anim>
                                    <p:anim calcmode="lin" valueType="num">
                                      <p:cBhvr additive="repl">
                                        <p:cTn id="155" dur="500" fill="hold"/>
                                        <p:tgtEl>
                                          <p:spTgt spid="483"/>
                                        </p:tgtEl>
                                        <p:attrNameLst>
                                          <p:attrName>ppt_h</p:attrName>
                                        </p:attrNameLst>
                                      </p:cBhvr>
                                      <p:tavLst>
                                        <p:tav tm="0">
                                          <p:val>
                                            <p:fltVal val="0"/>
                                          </p:val>
                                        </p:tav>
                                        <p:tav tm="100000">
                                          <p:val>
                                            <p:strVal val="#ppt_h"/>
                                          </p:val>
                                        </p:tav>
                                      </p:tavLst>
                                    </p:anim>
                                    <p:animEffect filter="fade" transition="in">
                                      <p:cBhvr additive="repl">
                                        <p:cTn id="156" dur="500"/>
                                        <p:tgtEl>
                                          <p:spTgt spid="483"/>
                                        </p:tgtEl>
                                      </p:cBhvr>
                                    </p:animEffect>
                                  </p:childTnLst>
                                </p:cTn>
                              </p:par>
                            </p:childTnLst>
                          </p:cTn>
                        </p:par>
                      </p:childTnLst>
                    </p:cTn>
                  </p:par>
                  <p:par>
                    <p:cTn id="157" fill="hold">
                      <p:stCondLst>
                        <p:cond delay="indefinite"/>
                      </p:stCondLst>
                      <p:childTnLst>
                        <p:par>
                          <p:cTn id="158" fill="hold">
                            <p:stCondLst>
                              <p:cond delay="0"/>
                            </p:stCondLst>
                            <p:childTnLst>
                              <p:par>
                                <p:cTn id="159" nodeType="clickEffect" fill="hold" presetClass="entr" presetID="42">
                                  <p:stCondLst>
                                    <p:cond delay="0"/>
                                  </p:stCondLst>
                                  <p:endCondLst>
                                    <p:cond delay="0" evt="begin">
                                      <p:tn val="159"/>
                                    </p:cond>
                                  </p:endCondLst>
                                  <p:childTnLst>
                                    <p:set>
                                      <p:cBhvr>
                                        <p:cTn id="160" dur="1" fill="hold">
                                          <p:stCondLst>
                                            <p:cond delay="0"/>
                                          </p:stCondLst>
                                        </p:cTn>
                                        <p:tgtEl>
                                          <p:spTgt spid="484"/>
                                        </p:tgtEl>
                                        <p:attrNameLst>
                                          <p:attrName>style.visibility</p:attrName>
                                        </p:attrNameLst>
                                      </p:cBhvr>
                                      <p:to>
                                        <p:strVal val="visible"/>
                                      </p:to>
                                    </p:set>
                                    <p:animEffect filter="fade" transition="in">
                                      <p:cBhvr additive="repl">
                                        <p:cTn id="161" dur="1000"/>
                                        <p:tgtEl>
                                          <p:spTgt spid="484"/>
                                        </p:tgtEl>
                                      </p:cBhvr>
                                    </p:animEffect>
                                    <p:anim calcmode="lin" valueType="num">
                                      <p:cBhvr additive="repl">
                                        <p:cTn id="162" dur="1000" fill="hold"/>
                                        <p:tgtEl>
                                          <p:spTgt spid="484"/>
                                        </p:tgtEl>
                                        <p:attrNameLst>
                                          <p:attrName>ppt_x</p:attrName>
                                        </p:attrNameLst>
                                      </p:cBhvr>
                                      <p:tavLst>
                                        <p:tav tm="0">
                                          <p:val>
                                            <p:strVal val="#ppt_x"/>
                                          </p:val>
                                        </p:tav>
                                        <p:tav tm="100000">
                                          <p:val>
                                            <p:strVal val="#ppt_x"/>
                                          </p:val>
                                        </p:tav>
                                      </p:tavLst>
                                    </p:anim>
                                    <p:anim calcmode="lin" valueType="num">
                                      <p:cBhvr additive="repl">
                                        <p:cTn id="163" dur="1000" fill="hold"/>
                                        <p:tgtEl>
                                          <p:spTgt spid="484"/>
                                        </p:tgtEl>
                                        <p:attrNameLst>
                                          <p:attrName>ppt_y</p:attrName>
                                        </p:attrNameLst>
                                      </p:cBhvr>
                                      <p:tavLst>
                                        <p:tav tm="0">
                                          <p:val>
                                            <p:strVal val="#ppt_y+.1"/>
                                          </p:val>
                                        </p:tav>
                                        <p:tav tm="100000">
                                          <p:val>
                                            <p:strVal val="#ppt_y"/>
                                          </p:val>
                                        </p:tav>
                                      </p:tavLst>
                                    </p:anim>
                                  </p:childTnLst>
                                </p:cTn>
                              </p:par>
                            </p:childTnLst>
                          </p:cTn>
                        </p:par>
                      </p:childTnLst>
                    </p:cTn>
                  </p:par>
                  <p:par>
                    <p:cTn id="164" fill="hold">
                      <p:stCondLst>
                        <p:cond delay="indefinite"/>
                      </p:stCondLst>
                      <p:childTnLst>
                        <p:par>
                          <p:cTn id="165" fill="hold">
                            <p:stCondLst>
                              <p:cond delay="0"/>
                            </p:stCondLst>
                            <p:childTnLst>
                              <p:par>
                                <p:cTn id="166" nodeType="clickEffect" fill="hold" presetClass="entr" presetID="42">
                                  <p:stCondLst>
                                    <p:cond delay="0"/>
                                  </p:stCondLst>
                                  <p:endCondLst>
                                    <p:cond delay="0" evt="begin">
                                      <p:tn val="166"/>
                                    </p:cond>
                                  </p:endCondLst>
                                  <p:childTnLst>
                                    <p:set>
                                      <p:cBhvr>
                                        <p:cTn id="167" dur="1" fill="hold">
                                          <p:stCondLst>
                                            <p:cond delay="0"/>
                                          </p:stCondLst>
                                        </p:cTn>
                                        <p:tgtEl>
                                          <p:spTgt spid="485"/>
                                        </p:tgtEl>
                                        <p:attrNameLst>
                                          <p:attrName>style.visibility</p:attrName>
                                        </p:attrNameLst>
                                      </p:cBhvr>
                                      <p:to>
                                        <p:strVal val="visible"/>
                                      </p:to>
                                    </p:set>
                                    <p:animEffect filter="fade" transition="in">
                                      <p:cBhvr additive="repl">
                                        <p:cTn id="168" dur="1000"/>
                                        <p:tgtEl>
                                          <p:spTgt spid="485"/>
                                        </p:tgtEl>
                                      </p:cBhvr>
                                    </p:animEffect>
                                    <p:anim calcmode="lin" valueType="num">
                                      <p:cBhvr additive="repl">
                                        <p:cTn id="169" dur="1000" fill="hold"/>
                                        <p:tgtEl>
                                          <p:spTgt spid="485"/>
                                        </p:tgtEl>
                                        <p:attrNameLst>
                                          <p:attrName>ppt_x</p:attrName>
                                        </p:attrNameLst>
                                      </p:cBhvr>
                                      <p:tavLst>
                                        <p:tav tm="0">
                                          <p:val>
                                            <p:strVal val="#ppt_x"/>
                                          </p:val>
                                        </p:tav>
                                        <p:tav tm="100000">
                                          <p:val>
                                            <p:strVal val="#ppt_x"/>
                                          </p:val>
                                        </p:tav>
                                      </p:tavLst>
                                    </p:anim>
                                    <p:anim calcmode="lin" valueType="num">
                                      <p:cBhvr additive="repl">
                                        <p:cTn id="170" dur="1000" fill="hold"/>
                                        <p:tgtEl>
                                          <p:spTgt spid="48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89" name="Picture 4" descr=""/>
          <p:cNvPicPr/>
          <p:nvPr/>
        </p:nvPicPr>
        <p:blipFill>
          <a:blip r:embed="rId1"/>
          <a:srcRect l="0" t="96170" r="0" b="0"/>
          <a:stretch/>
        </p:blipFill>
        <p:spPr>
          <a:xfrm>
            <a:off x="676080" y="6472080"/>
            <a:ext cx="2142720" cy="192600"/>
          </a:xfrm>
          <a:prstGeom prst="rect">
            <a:avLst/>
          </a:prstGeom>
          <a:ln w="0">
            <a:noFill/>
          </a:ln>
        </p:spPr>
      </p:pic>
      <p:sp>
        <p:nvSpPr>
          <p:cNvPr id="490" name="PlaceHolder 1"/>
          <p:cNvSpPr>
            <a:spLocks noGrp="1"/>
          </p:cNvSpPr>
          <p:nvPr>
            <p:ph type="title"/>
          </p:nvPr>
        </p:nvSpPr>
        <p:spPr>
          <a:xfrm>
            <a:off x="218880" y="141840"/>
            <a:ext cx="8696520" cy="543960"/>
          </a:xfrm>
          <a:prstGeom prst="rect">
            <a:avLst/>
          </a:prstGeom>
          <a:noFill/>
          <a:ln w="0">
            <a:noFill/>
          </a:ln>
        </p:spPr>
        <p:txBody>
          <a:bodyPr lIns="91440" rIns="91440" tIns="45720" bIns="45720" anchor="t">
            <a:normAutofit fontScale="60428"/>
          </a:bodyPr>
          <a:p>
            <a:pPr indent="0" defTabSz="457200">
              <a:lnSpc>
                <a:spcPct val="100000"/>
              </a:lnSpc>
              <a:spcBef>
                <a:spcPts val="1191"/>
              </a:spcBef>
              <a:spcAft>
                <a:spcPts val="992"/>
              </a:spcAft>
              <a:buNone/>
            </a:pPr>
            <a:r>
              <a:rPr b="1" lang="en-GB" sz="4800" spc="-1" strike="noStrike">
                <a:solidFill>
                  <a:schemeClr val="dk1"/>
                </a:solidFill>
                <a:latin typeface="Trebuchet MS"/>
              </a:rPr>
              <a:t>RESULTS – Yield &amp; Profit Distribution Analysis</a:t>
            </a:r>
            <a:endParaRPr b="0" lang="en-US" sz="4800" spc="-1" strike="noStrike">
              <a:solidFill>
                <a:schemeClr val="dk1"/>
              </a:solidFill>
              <a:latin typeface="Trebuchet MS"/>
            </a:endParaRPr>
          </a:p>
        </p:txBody>
      </p:sp>
      <p:sp>
        <p:nvSpPr>
          <p:cNvPr id="491" name="Text Placeholder 30"/>
          <p:cNvSpPr/>
          <p:nvPr/>
        </p:nvSpPr>
        <p:spPr>
          <a:xfrm>
            <a:off x="321120" y="1275480"/>
            <a:ext cx="3343320" cy="665640"/>
          </a:xfrm>
          <a:prstGeom prst="rect">
            <a:avLst/>
          </a:prstGeom>
          <a:noFill/>
          <a:ln w="0">
            <a:noFill/>
          </a:ln>
        </p:spPr>
        <p:style>
          <a:lnRef idx="0"/>
          <a:fillRef idx="0"/>
          <a:effectRef idx="0"/>
          <a:fontRef idx="minor"/>
        </p:style>
        <p:txBody>
          <a:bodyPr anchor="t">
            <a:normAutofit/>
          </a:bodyPr>
          <a:p>
            <a:endParaRPr b="0" lang="en-GB" sz="2000" spc="-1" strike="noStrike">
              <a:solidFill>
                <a:schemeClr val="dk1"/>
              </a:solidFill>
              <a:latin typeface="Trebuchet MS"/>
            </a:endParaRPr>
          </a:p>
        </p:txBody>
      </p:sp>
      <p:sp>
        <p:nvSpPr>
          <p:cNvPr id="492" name="Text Placeholder 30"/>
          <p:cNvSpPr/>
          <p:nvPr/>
        </p:nvSpPr>
        <p:spPr>
          <a:xfrm>
            <a:off x="4345560" y="1275480"/>
            <a:ext cx="3343320" cy="665640"/>
          </a:xfrm>
          <a:prstGeom prst="rect">
            <a:avLst/>
          </a:prstGeom>
          <a:noFill/>
          <a:ln w="0">
            <a:noFill/>
          </a:ln>
        </p:spPr>
        <p:style>
          <a:lnRef idx="0"/>
          <a:fillRef idx="0"/>
          <a:effectRef idx="0"/>
          <a:fontRef idx="minor"/>
        </p:style>
        <p:txBody>
          <a:bodyPr anchor="t">
            <a:normAutofit/>
          </a:bodyPr>
          <a:p>
            <a:endParaRPr b="0" lang="en-GB" sz="2000" spc="-1" strike="noStrike">
              <a:solidFill>
                <a:schemeClr val="dk1"/>
              </a:solidFill>
              <a:latin typeface="Trebuchet MS"/>
            </a:endParaRPr>
          </a:p>
        </p:txBody>
      </p:sp>
      <p:pic>
        <p:nvPicPr>
          <p:cNvPr id="493" name="" descr=""/>
          <p:cNvPicPr/>
          <p:nvPr/>
        </p:nvPicPr>
        <p:blipFill>
          <a:blip r:embed="rId2"/>
          <a:stretch/>
        </p:blipFill>
        <p:spPr>
          <a:xfrm>
            <a:off x="267120" y="685800"/>
            <a:ext cx="4533480" cy="2930760"/>
          </a:xfrm>
          <a:prstGeom prst="rect">
            <a:avLst/>
          </a:prstGeom>
          <a:ln w="0">
            <a:noFill/>
          </a:ln>
        </p:spPr>
      </p:pic>
      <p:pic>
        <p:nvPicPr>
          <p:cNvPr id="494" name="" descr=""/>
          <p:cNvPicPr/>
          <p:nvPr/>
        </p:nvPicPr>
        <p:blipFill>
          <a:blip r:embed="rId3"/>
          <a:stretch/>
        </p:blipFill>
        <p:spPr>
          <a:xfrm>
            <a:off x="4975560" y="685800"/>
            <a:ext cx="4625640" cy="2990520"/>
          </a:xfrm>
          <a:prstGeom prst="rect">
            <a:avLst/>
          </a:prstGeom>
          <a:ln w="0">
            <a:noFill/>
          </a:ln>
        </p:spPr>
      </p:pic>
      <p:sp>
        <p:nvSpPr>
          <p:cNvPr id="495" name=""/>
          <p:cNvSpPr txBox="1"/>
          <p:nvPr/>
        </p:nvSpPr>
        <p:spPr>
          <a:xfrm>
            <a:off x="457200" y="3657600"/>
            <a:ext cx="11729520" cy="4003920"/>
          </a:xfrm>
          <a:prstGeom prst="rect">
            <a:avLst/>
          </a:prstGeom>
          <a:noFill/>
          <a:ln w="0">
            <a:noFill/>
          </a:ln>
        </p:spPr>
        <p:txBody>
          <a:bodyPr lIns="90000" rIns="90000" tIns="45000" bIns="45000" anchor="t">
            <a:noAutofit/>
          </a:bodyPr>
          <a:p>
            <a:pPr>
              <a:lnSpc>
                <a:spcPct val="100000"/>
              </a:lnSpc>
              <a:spcBef>
                <a:spcPts val="907"/>
              </a:spcBef>
              <a:spcAft>
                <a:spcPts val="709"/>
              </a:spcAft>
            </a:pPr>
            <a:r>
              <a:rPr b="1" lang="en-US" sz="1000" spc="-1" strike="noStrike">
                <a:solidFill>
                  <a:srgbClr val="000000"/>
                </a:solidFill>
                <a:latin typeface="Arial"/>
              </a:rPr>
              <a:t>Yield Skewness &amp; Outliers:</a:t>
            </a:r>
            <a:endParaRPr b="0" lang="en-US" sz="1000" spc="-1" strike="noStrike">
              <a:solidFill>
                <a:srgbClr val="000000"/>
              </a:solidFill>
              <a:latin typeface="Arial"/>
              <a:ea typeface="Noto Sans CJK SC"/>
            </a:endParaRPr>
          </a:p>
          <a:p>
            <a:pPr>
              <a:lnSpc>
                <a:spcPct val="100000"/>
              </a:lnSpc>
              <a:spcBef>
                <a:spcPts val="907"/>
              </a:spcBef>
              <a:spcAft>
                <a:spcPts val="709"/>
              </a:spcAft>
            </a:pPr>
            <a:r>
              <a:rPr b="0" lang="en-US" sz="1000" spc="-1" strike="noStrike">
                <a:solidFill>
                  <a:srgbClr val="000000"/>
                </a:solidFill>
                <a:latin typeface="Arial"/>
              </a:rPr>
              <a:t>	</a:t>
            </a:r>
            <a:r>
              <a:rPr b="0" lang="en-US" sz="1000" spc="-1" strike="noStrike">
                <a:solidFill>
                  <a:srgbClr val="000000"/>
                </a:solidFill>
                <a:latin typeface="Arial"/>
              </a:rPr>
              <a:t>Most crop yields cluster tightly around 1.05 to 2.83 tonnes/ha (median: 1.74 tonnes/ha), but the mean rises to 5.24 tonnes/ha due to exceptional extreme yields reaching up to 101.44 tonnes/ha. </a:t>
            </a:r>
            <a:endParaRPr b="0" lang="en-US" sz="1000" spc="-1" strike="noStrike">
              <a:solidFill>
                <a:srgbClr val="000000"/>
              </a:solidFill>
              <a:latin typeface="Arial"/>
              <a:ea typeface="Noto Sans CJK SC"/>
            </a:endParaRPr>
          </a:p>
          <a:p>
            <a:pPr>
              <a:lnSpc>
                <a:spcPct val="100000"/>
              </a:lnSpc>
              <a:spcBef>
                <a:spcPts val="907"/>
              </a:spcBef>
              <a:spcAft>
                <a:spcPts val="709"/>
              </a:spcAft>
            </a:pPr>
            <a:r>
              <a:rPr b="0" lang="en-US" sz="1000" spc="-1" strike="noStrike">
                <a:solidFill>
                  <a:srgbClr val="000000"/>
                </a:solidFill>
                <a:latin typeface="Arial"/>
              </a:rPr>
              <a:t>	</a:t>
            </a:r>
            <a:r>
              <a:rPr b="0" lang="en-US" sz="1000" spc="-1" strike="noStrike">
                <a:solidFill>
                  <a:srgbClr val="000000"/>
                </a:solidFill>
                <a:latin typeface="Arial"/>
              </a:rPr>
              <a:t>The distribution displays strong right-skewness, showing that standard operations yield modest volumes while select high-efficiency farms achieve massive outputs. </a:t>
            </a:r>
            <a:endParaRPr b="0" lang="en-US" sz="1000" spc="-1" strike="noStrike">
              <a:solidFill>
                <a:srgbClr val="000000"/>
              </a:solidFill>
              <a:latin typeface="Arial"/>
              <a:ea typeface="Noto Sans CJK SC"/>
            </a:endParaRPr>
          </a:p>
          <a:p>
            <a:pPr>
              <a:lnSpc>
                <a:spcPct val="100000"/>
              </a:lnSpc>
              <a:spcBef>
                <a:spcPts val="907"/>
              </a:spcBef>
              <a:spcAft>
                <a:spcPts val="709"/>
              </a:spcAft>
            </a:pPr>
            <a:r>
              <a:rPr b="1" lang="en-US" sz="1000" spc="-1" strike="noStrike">
                <a:solidFill>
                  <a:srgbClr val="000000"/>
                </a:solidFill>
                <a:latin typeface="Arial"/>
              </a:rPr>
              <a:t>Financial Variance &amp; Spread:</a:t>
            </a:r>
            <a:endParaRPr b="0" lang="en-US" sz="1000" spc="-1" strike="noStrike">
              <a:solidFill>
                <a:srgbClr val="000000"/>
              </a:solidFill>
              <a:latin typeface="Arial"/>
              <a:ea typeface="Noto Sans CJK SC"/>
            </a:endParaRPr>
          </a:p>
          <a:p>
            <a:pPr>
              <a:lnSpc>
                <a:spcPct val="100000"/>
              </a:lnSpc>
              <a:spcBef>
                <a:spcPts val="907"/>
              </a:spcBef>
              <a:spcAft>
                <a:spcPts val="709"/>
              </a:spcAft>
            </a:pPr>
            <a:r>
              <a:rPr b="0" lang="en-US" sz="1000" spc="-1" strike="noStrike">
                <a:solidFill>
                  <a:srgbClr val="000000"/>
                </a:solidFill>
                <a:latin typeface="Arial"/>
              </a:rPr>
              <a:t>	</a:t>
            </a:r>
            <a:r>
              <a:rPr b="0" lang="en-US" sz="1000" spc="-1" strike="noStrike">
                <a:solidFill>
                  <a:srgbClr val="000000"/>
                </a:solidFill>
                <a:latin typeface="Arial"/>
              </a:rPr>
              <a:t>Revenue peaks up to ₹50,80,900.00, while production costs can climb to ₹13,49,990.00. </a:t>
            </a:r>
            <a:endParaRPr b="0" lang="en-US" sz="1000" spc="-1" strike="noStrike">
              <a:solidFill>
                <a:srgbClr val="000000"/>
              </a:solidFill>
              <a:latin typeface="Arial"/>
              <a:ea typeface="Noto Sans CJK SC"/>
            </a:endParaRPr>
          </a:p>
          <a:p>
            <a:pPr>
              <a:lnSpc>
                <a:spcPct val="100000"/>
              </a:lnSpc>
              <a:spcBef>
                <a:spcPts val="907"/>
              </a:spcBef>
              <a:spcAft>
                <a:spcPts val="709"/>
              </a:spcAft>
            </a:pPr>
            <a:r>
              <a:rPr b="0" lang="en-US" sz="1000" spc="-1" strike="noStrike">
                <a:solidFill>
                  <a:srgbClr val="000000"/>
                </a:solidFill>
                <a:latin typeface="Arial"/>
              </a:rPr>
              <a:t>	</a:t>
            </a:r>
            <a:r>
              <a:rPr b="0" lang="en-US" sz="1000" spc="-1" strike="noStrike">
                <a:solidFill>
                  <a:srgbClr val="000000"/>
                </a:solidFill>
                <a:latin typeface="Arial"/>
              </a:rPr>
              <a:t>While 50% of the farms operate close to the break-even mark (median profit: ₹3,673.00), the bottom 25% suffer losses down to -₹10,19,223.00, highlighting severe seasonal and operational income volatility. </a:t>
            </a:r>
            <a:endParaRPr b="0" lang="en-US" sz="1000" spc="-1" strike="noStrike">
              <a:solidFill>
                <a:srgbClr val="000000"/>
              </a:solidFill>
              <a:latin typeface="Arial"/>
              <a:ea typeface="Noto Sans CJK SC"/>
            </a:endParaRPr>
          </a:p>
          <a:p>
            <a:pPr>
              <a:lnSpc>
                <a:spcPct val="100000"/>
              </a:lnSpc>
              <a:spcBef>
                <a:spcPts val="907"/>
              </a:spcBef>
              <a:spcAft>
                <a:spcPts val="709"/>
              </a:spcAft>
            </a:pPr>
            <a:r>
              <a:rPr b="1" lang="en-US" sz="1000" spc="-1" strike="noStrike">
                <a:solidFill>
                  <a:srgbClr val="000000"/>
                </a:solidFill>
                <a:latin typeface="Arial"/>
              </a:rPr>
              <a:t>Analytical Takeaway:</a:t>
            </a:r>
            <a:endParaRPr b="0" lang="en-US" sz="1000" spc="-1" strike="noStrike">
              <a:solidFill>
                <a:srgbClr val="000000"/>
              </a:solidFill>
              <a:latin typeface="Arial"/>
              <a:ea typeface="Noto Sans CJK SC"/>
            </a:endParaRPr>
          </a:p>
          <a:p>
            <a:pPr>
              <a:lnSpc>
                <a:spcPct val="100000"/>
              </a:lnSpc>
              <a:spcBef>
                <a:spcPts val="907"/>
              </a:spcBef>
              <a:spcAft>
                <a:spcPts val="709"/>
              </a:spcAft>
            </a:pPr>
            <a:r>
              <a:rPr b="0" lang="en-US" sz="1000" spc="-1" strike="noStrike">
                <a:solidFill>
                  <a:srgbClr val="000000"/>
                </a:solidFill>
                <a:latin typeface="Arial"/>
              </a:rPr>
              <a:t>	</a:t>
            </a:r>
            <a:r>
              <a:rPr b="0" lang="en-US" sz="1000" spc="-1" strike="noStrike">
                <a:solidFill>
                  <a:srgbClr val="000000"/>
                </a:solidFill>
                <a:latin typeface="Arial"/>
              </a:rPr>
              <a:t>Simple average metrics mask the operational realities of struggling farms; median-based planning is essential when structuring agricultural credit and support schemes. </a:t>
            </a:r>
            <a:endParaRPr b="0" lang="en-US" sz="1000" spc="-1" strike="noStrike">
              <a:solidFill>
                <a:srgbClr val="000000"/>
              </a:solidFill>
              <a:latin typeface="Arial"/>
              <a:ea typeface="Noto Sans CJK SC"/>
            </a:endParaRPr>
          </a:p>
        </p:txBody>
      </p:sp>
    </p:spTree>
  </p:cSld>
  <mc:AlternateContent>
    <mc:Choice Requires="p14">
      <p:transition spd="slow" p14:dur="2000"/>
    </mc:Choice>
    <mc:Fallback>
      <p:transition spd="slow"/>
    </mc:Fallback>
  </mc:AlternateContent>
  <p:timing>
    <p:tnLst>
      <p:par>
        <p:cTn id="171" dur="indefinite" restart="never" nodeType="tmRoot">
          <p:childTnLst>
            <p:seq>
              <p:cTn id="172" dur="indefinite" nodeType="mainSeq">
                <p:childTnLst>
                  <p:par>
                    <p:cTn id="173" fill="hold">
                      <p:stCondLst>
                        <p:cond delay="indefinite"/>
                      </p:stCondLst>
                      <p:childTnLst>
                        <p:par>
                          <p:cTn id="174" fill="hold">
                            <p:stCondLst>
                              <p:cond delay="0"/>
                            </p:stCondLst>
                            <p:childTnLst>
                              <p:par>
                                <p:cTn id="175" nodeType="clickEffect" fill="hold" presetClass="entr" presetID="53" presetSubtype="16">
                                  <p:stCondLst>
                                    <p:cond delay="0"/>
                                  </p:stCondLst>
                                  <p:childTnLst>
                                    <p:set>
                                      <p:cBhvr>
                                        <p:cTn id="176" dur="1" fill="hold">
                                          <p:stCondLst>
                                            <p:cond delay="0"/>
                                          </p:stCondLst>
                                        </p:cTn>
                                        <p:tgtEl>
                                          <p:spTgt spid="490"/>
                                        </p:tgtEl>
                                        <p:attrNameLst>
                                          <p:attrName>style.visibility</p:attrName>
                                        </p:attrNameLst>
                                      </p:cBhvr>
                                      <p:to>
                                        <p:strVal val="visible"/>
                                      </p:to>
                                    </p:set>
                                    <p:anim calcmode="lin" valueType="num">
                                      <p:cBhvr additive="repl">
                                        <p:cTn id="177" dur="500" fill="hold"/>
                                        <p:tgtEl>
                                          <p:spTgt spid="490"/>
                                        </p:tgtEl>
                                        <p:attrNameLst>
                                          <p:attrName>ppt_w</p:attrName>
                                        </p:attrNameLst>
                                      </p:cBhvr>
                                      <p:tavLst>
                                        <p:tav tm="0">
                                          <p:val>
                                            <p:fltVal val="0"/>
                                          </p:val>
                                        </p:tav>
                                        <p:tav tm="100000">
                                          <p:val>
                                            <p:strVal val="#ppt_w"/>
                                          </p:val>
                                        </p:tav>
                                      </p:tavLst>
                                    </p:anim>
                                    <p:anim calcmode="lin" valueType="num">
                                      <p:cBhvr additive="repl">
                                        <p:cTn id="178" dur="500" fill="hold"/>
                                        <p:tgtEl>
                                          <p:spTgt spid="490"/>
                                        </p:tgtEl>
                                        <p:attrNameLst>
                                          <p:attrName>ppt_h</p:attrName>
                                        </p:attrNameLst>
                                      </p:cBhvr>
                                      <p:tavLst>
                                        <p:tav tm="0">
                                          <p:val>
                                            <p:fltVal val="0"/>
                                          </p:val>
                                        </p:tav>
                                        <p:tav tm="100000">
                                          <p:val>
                                            <p:strVal val="#ppt_h"/>
                                          </p:val>
                                        </p:tav>
                                      </p:tavLst>
                                    </p:anim>
                                    <p:animEffect filter="fade" transition="in">
                                      <p:cBhvr additive="repl">
                                        <p:cTn id="179" dur="500"/>
                                        <p:tgtEl>
                                          <p:spTgt spid="490"/>
                                        </p:tgtEl>
                                      </p:cBhvr>
                                    </p:animEffect>
                                  </p:childTnLst>
                                </p:cTn>
                              </p:par>
                            </p:childTnLst>
                          </p:cTn>
                        </p:par>
                      </p:childTnLst>
                    </p:cTn>
                  </p:par>
                  <p:par>
                    <p:cTn id="180" fill="hold">
                      <p:stCondLst>
                        <p:cond delay="indefinite"/>
                      </p:stCondLst>
                      <p:childTnLst>
                        <p:par>
                          <p:cTn id="181" fill="hold">
                            <p:stCondLst>
                              <p:cond delay="0"/>
                            </p:stCondLst>
                            <p:childTnLst>
                              <p:par>
                                <p:cTn id="182" nodeType="clickEffect" fill="hold" presetClass="entr" presetID="42">
                                  <p:stCondLst>
                                    <p:cond delay="0"/>
                                  </p:stCondLst>
                                  <p:endCondLst>
                                    <p:cond delay="0" evt="begin">
                                      <p:tn val="182"/>
                                    </p:cond>
                                  </p:endCondLst>
                                  <p:childTnLst>
                                    <p:set>
                                      <p:cBhvr>
                                        <p:cTn id="183" dur="1" fill="hold">
                                          <p:stCondLst>
                                            <p:cond delay="0"/>
                                          </p:stCondLst>
                                        </p:cTn>
                                        <p:tgtEl>
                                          <p:spTgt spid="491"/>
                                        </p:tgtEl>
                                        <p:attrNameLst>
                                          <p:attrName>style.visibility</p:attrName>
                                        </p:attrNameLst>
                                      </p:cBhvr>
                                      <p:to>
                                        <p:strVal val="visible"/>
                                      </p:to>
                                    </p:set>
                                    <p:animEffect filter="fade" transition="in">
                                      <p:cBhvr additive="repl">
                                        <p:cTn id="184" dur="1000"/>
                                        <p:tgtEl>
                                          <p:spTgt spid="491"/>
                                        </p:tgtEl>
                                      </p:cBhvr>
                                    </p:animEffect>
                                    <p:anim calcmode="lin" valueType="num">
                                      <p:cBhvr additive="repl">
                                        <p:cTn id="185" dur="1000" fill="hold"/>
                                        <p:tgtEl>
                                          <p:spTgt spid="491"/>
                                        </p:tgtEl>
                                        <p:attrNameLst>
                                          <p:attrName>ppt_x</p:attrName>
                                        </p:attrNameLst>
                                      </p:cBhvr>
                                      <p:tavLst>
                                        <p:tav tm="0">
                                          <p:val>
                                            <p:strVal val="#ppt_x"/>
                                          </p:val>
                                        </p:tav>
                                        <p:tav tm="100000">
                                          <p:val>
                                            <p:strVal val="#ppt_x"/>
                                          </p:val>
                                        </p:tav>
                                      </p:tavLst>
                                    </p:anim>
                                    <p:anim calcmode="lin" valueType="num">
                                      <p:cBhvr additive="repl">
                                        <p:cTn id="186" dur="1000" fill="hold"/>
                                        <p:tgtEl>
                                          <p:spTgt spid="491"/>
                                        </p:tgtEl>
                                        <p:attrNameLst>
                                          <p:attrName>ppt_y</p:attrName>
                                        </p:attrNameLst>
                                      </p:cBhvr>
                                      <p:tavLst>
                                        <p:tav tm="0">
                                          <p:val>
                                            <p:strVal val="#ppt_y+.1"/>
                                          </p:val>
                                        </p:tav>
                                        <p:tav tm="100000">
                                          <p:val>
                                            <p:strVal val="#ppt_y"/>
                                          </p:val>
                                        </p:tav>
                                      </p:tavLst>
                                    </p:anim>
                                  </p:childTnLst>
                                </p:cTn>
                              </p:par>
                            </p:childTnLst>
                          </p:cTn>
                        </p:par>
                      </p:childTnLst>
                    </p:cTn>
                  </p:par>
                  <p:par>
                    <p:cTn id="187" fill="hold">
                      <p:stCondLst>
                        <p:cond delay="indefinite"/>
                      </p:stCondLst>
                      <p:childTnLst>
                        <p:par>
                          <p:cTn id="188" fill="hold">
                            <p:stCondLst>
                              <p:cond delay="0"/>
                            </p:stCondLst>
                            <p:childTnLst>
                              <p:par>
                                <p:cTn id="189" nodeType="clickEffect" fill="hold" presetClass="entr" presetID="42">
                                  <p:stCondLst>
                                    <p:cond delay="0"/>
                                  </p:stCondLst>
                                  <p:endCondLst>
                                    <p:cond delay="0" evt="begin">
                                      <p:tn val="189"/>
                                    </p:cond>
                                  </p:endCondLst>
                                  <p:childTnLst>
                                    <p:set>
                                      <p:cBhvr>
                                        <p:cTn id="190" dur="1" fill="hold">
                                          <p:stCondLst>
                                            <p:cond delay="0"/>
                                          </p:stCondLst>
                                        </p:cTn>
                                        <p:tgtEl>
                                          <p:spTgt spid="492"/>
                                        </p:tgtEl>
                                        <p:attrNameLst>
                                          <p:attrName>style.visibility</p:attrName>
                                        </p:attrNameLst>
                                      </p:cBhvr>
                                      <p:to>
                                        <p:strVal val="visible"/>
                                      </p:to>
                                    </p:set>
                                    <p:animEffect filter="fade" transition="in">
                                      <p:cBhvr additive="repl">
                                        <p:cTn id="191" dur="1000"/>
                                        <p:tgtEl>
                                          <p:spTgt spid="492"/>
                                        </p:tgtEl>
                                      </p:cBhvr>
                                    </p:animEffect>
                                    <p:anim calcmode="lin" valueType="num">
                                      <p:cBhvr additive="repl">
                                        <p:cTn id="192" dur="1000" fill="hold"/>
                                        <p:tgtEl>
                                          <p:spTgt spid="492"/>
                                        </p:tgtEl>
                                        <p:attrNameLst>
                                          <p:attrName>ppt_x</p:attrName>
                                        </p:attrNameLst>
                                      </p:cBhvr>
                                      <p:tavLst>
                                        <p:tav tm="0">
                                          <p:val>
                                            <p:strVal val="#ppt_x"/>
                                          </p:val>
                                        </p:tav>
                                        <p:tav tm="100000">
                                          <p:val>
                                            <p:strVal val="#ppt_x"/>
                                          </p:val>
                                        </p:tav>
                                      </p:tavLst>
                                    </p:anim>
                                    <p:anim calcmode="lin" valueType="num">
                                      <p:cBhvr additive="repl">
                                        <p:cTn id="193" dur="1000" fill="hold"/>
                                        <p:tgtEl>
                                          <p:spTgt spid="49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96" name="Picture 4" descr=""/>
          <p:cNvPicPr/>
          <p:nvPr/>
        </p:nvPicPr>
        <p:blipFill>
          <a:blip r:embed="rId1"/>
          <a:srcRect l="0" t="96170" r="0" b="0"/>
          <a:stretch/>
        </p:blipFill>
        <p:spPr>
          <a:xfrm>
            <a:off x="676080" y="6472080"/>
            <a:ext cx="2142720" cy="192600"/>
          </a:xfrm>
          <a:prstGeom prst="rect">
            <a:avLst/>
          </a:prstGeom>
          <a:ln w="0">
            <a:noFill/>
          </a:ln>
        </p:spPr>
      </p:pic>
      <p:sp>
        <p:nvSpPr>
          <p:cNvPr id="497" name="PlaceHolder 1"/>
          <p:cNvSpPr>
            <a:spLocks noGrp="1"/>
          </p:cNvSpPr>
          <p:nvPr>
            <p:ph type="title"/>
          </p:nvPr>
        </p:nvSpPr>
        <p:spPr>
          <a:xfrm>
            <a:off x="228600" y="228600"/>
            <a:ext cx="8467920" cy="543960"/>
          </a:xfrm>
          <a:prstGeom prst="rect">
            <a:avLst/>
          </a:prstGeom>
          <a:noFill/>
          <a:ln w="0">
            <a:noFill/>
          </a:ln>
        </p:spPr>
        <p:txBody>
          <a:bodyPr lIns="91440" rIns="91440" tIns="45720" bIns="45720" anchor="t">
            <a:normAutofit fontScale="58969"/>
          </a:bodyPr>
          <a:p>
            <a:pPr indent="0" defTabSz="457200">
              <a:lnSpc>
                <a:spcPct val="100000"/>
              </a:lnSpc>
              <a:spcBef>
                <a:spcPts val="1191"/>
              </a:spcBef>
              <a:spcAft>
                <a:spcPts val="992"/>
              </a:spcAft>
              <a:buNone/>
            </a:pPr>
            <a:r>
              <a:rPr b="1" lang="en-GB" sz="4800" spc="-1" strike="noStrike">
                <a:solidFill>
                  <a:schemeClr val="dk1"/>
                </a:solidFill>
                <a:latin typeface="Trebuchet MS"/>
              </a:rPr>
              <a:t>RESULTS – Seasonal Performance Comparison </a:t>
            </a:r>
            <a:endParaRPr b="0" lang="en-US" sz="4800" spc="-1" strike="noStrike">
              <a:solidFill>
                <a:schemeClr val="dk1"/>
              </a:solidFill>
              <a:latin typeface="Trebuchet MS"/>
            </a:endParaRPr>
          </a:p>
        </p:txBody>
      </p:sp>
      <p:sp>
        <p:nvSpPr>
          <p:cNvPr id="498" name="Text Placeholder 30"/>
          <p:cNvSpPr/>
          <p:nvPr/>
        </p:nvSpPr>
        <p:spPr>
          <a:xfrm>
            <a:off x="32112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endParaRPr b="0" lang="en-GB" sz="2000" spc="-1" strike="noStrike">
              <a:solidFill>
                <a:schemeClr val="dk1"/>
              </a:solidFill>
              <a:latin typeface="Trebuchet MS"/>
            </a:endParaRPr>
          </a:p>
        </p:txBody>
      </p:sp>
      <p:sp>
        <p:nvSpPr>
          <p:cNvPr id="499" name="Text Placeholder 30"/>
          <p:cNvSpPr/>
          <p:nvPr/>
        </p:nvSpPr>
        <p:spPr>
          <a:xfrm>
            <a:off x="434556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endParaRPr b="0" lang="en-GB" sz="2000" spc="-1" strike="noStrike">
              <a:solidFill>
                <a:schemeClr val="dk1"/>
              </a:solidFill>
              <a:latin typeface="Trebuchet MS"/>
            </a:endParaRPr>
          </a:p>
        </p:txBody>
      </p:sp>
      <p:pic>
        <p:nvPicPr>
          <p:cNvPr id="500" name="" descr=""/>
          <p:cNvPicPr/>
          <p:nvPr/>
        </p:nvPicPr>
        <p:blipFill>
          <a:blip r:embed="rId2"/>
          <a:stretch/>
        </p:blipFill>
        <p:spPr>
          <a:xfrm>
            <a:off x="685800" y="772560"/>
            <a:ext cx="8915400" cy="2132640"/>
          </a:xfrm>
          <a:prstGeom prst="rect">
            <a:avLst/>
          </a:prstGeom>
          <a:ln w="0">
            <a:noFill/>
          </a:ln>
        </p:spPr>
      </p:pic>
      <p:sp>
        <p:nvSpPr>
          <p:cNvPr id="501" name=""/>
          <p:cNvSpPr txBox="1"/>
          <p:nvPr/>
        </p:nvSpPr>
        <p:spPr>
          <a:xfrm>
            <a:off x="1456200" y="3082680"/>
            <a:ext cx="8373600" cy="4003920"/>
          </a:xfrm>
          <a:prstGeom prst="rect">
            <a:avLst/>
          </a:prstGeom>
          <a:noFill/>
          <a:ln w="0">
            <a:noFill/>
          </a:ln>
        </p:spPr>
        <p:txBody>
          <a:bodyPr lIns="90000" rIns="90000" tIns="45000" bIns="45000" anchor="t">
            <a:noAutofit/>
          </a:bodyPr>
          <a:p>
            <a:pPr marL="216000" indent="-216000">
              <a:lnSpc>
                <a:spcPct val="100000"/>
              </a:lnSpc>
              <a:spcBef>
                <a:spcPts val="907"/>
              </a:spcBef>
              <a:spcAft>
                <a:spcPts val="709"/>
              </a:spcAft>
              <a:buClr>
                <a:srgbClr val="000000"/>
              </a:buClr>
              <a:buSzPct val="45000"/>
              <a:buFont typeface="Wingdings" charset="2"/>
              <a:buChar char=""/>
            </a:pPr>
            <a:r>
              <a:rPr b="1" lang="en-US" sz="1200" spc="-1" strike="noStrike">
                <a:solidFill>
                  <a:srgbClr val="000000"/>
                </a:solidFill>
                <a:latin typeface="Arial"/>
              </a:rPr>
              <a:t>Weather &amp; Environmental Trends:</a:t>
            </a:r>
            <a:endParaRPr b="0" lang="en-US" sz="1200" spc="-1" strike="noStrike">
              <a:solidFill>
                <a:srgbClr val="000000"/>
              </a:solidFill>
              <a:latin typeface="Arial"/>
              <a:ea typeface="Noto Sans CJK SC"/>
            </a:endParaRPr>
          </a:p>
          <a:p>
            <a:pPr marL="216000" indent="-216000">
              <a:lnSpc>
                <a:spcPct val="100000"/>
              </a:lnSpc>
              <a:spcBef>
                <a:spcPts val="907"/>
              </a:spcBef>
              <a:spcAft>
                <a:spcPts val="709"/>
              </a:spcAft>
              <a:buClr>
                <a:srgbClr val="000000"/>
              </a:buClr>
              <a:buSzPct val="45000"/>
              <a:buFont typeface="Wingdings" charset="2"/>
              <a:buChar char=""/>
            </a:pPr>
            <a:r>
              <a:rPr b="0" lang="en-US" sz="1200" spc="-1" strike="noStrike">
                <a:solidFill>
                  <a:srgbClr val="000000"/>
                </a:solidFill>
                <a:latin typeface="Arial"/>
              </a:rPr>
              <a:t>Kharif records the highest rainfall (mean 849.20 mm) and soil moisture (mean 31.15%). </a:t>
            </a:r>
            <a:endParaRPr b="0" lang="en-US" sz="1200" spc="-1" strike="noStrike">
              <a:solidFill>
                <a:srgbClr val="000000"/>
              </a:solidFill>
              <a:latin typeface="Arial"/>
              <a:ea typeface="Noto Sans CJK SC"/>
            </a:endParaRPr>
          </a:p>
          <a:p>
            <a:pPr marL="216000" indent="-216000">
              <a:lnSpc>
                <a:spcPct val="100000"/>
              </a:lnSpc>
              <a:spcBef>
                <a:spcPts val="907"/>
              </a:spcBef>
              <a:spcAft>
                <a:spcPts val="709"/>
              </a:spcAft>
              <a:buClr>
                <a:srgbClr val="000000"/>
              </a:buClr>
              <a:buSzPct val="45000"/>
              <a:buFont typeface="Wingdings" charset="2"/>
              <a:buChar char=""/>
            </a:pPr>
            <a:r>
              <a:rPr b="0" lang="en-US" sz="1200" spc="-1" strike="noStrike">
                <a:solidFill>
                  <a:srgbClr val="000000"/>
                </a:solidFill>
                <a:latin typeface="Arial"/>
              </a:rPr>
              <a:t>Zaid records the highest temperature (mean 31.04°C) and lowest rainfall (mean 304.65 mm). </a:t>
            </a:r>
            <a:endParaRPr b="0" lang="en-US" sz="1200" spc="-1" strike="noStrike">
              <a:solidFill>
                <a:srgbClr val="000000"/>
              </a:solidFill>
              <a:latin typeface="Arial"/>
              <a:ea typeface="Noto Sans CJK SC"/>
            </a:endParaRPr>
          </a:p>
          <a:p>
            <a:pPr marL="216000" indent="-216000">
              <a:lnSpc>
                <a:spcPct val="100000"/>
              </a:lnSpc>
              <a:spcBef>
                <a:spcPts val="907"/>
              </a:spcBef>
              <a:spcAft>
                <a:spcPts val="709"/>
              </a:spcAft>
              <a:buClr>
                <a:srgbClr val="000000"/>
              </a:buClr>
              <a:buSzPct val="45000"/>
              <a:buFont typeface="Wingdings" charset="2"/>
              <a:buChar char=""/>
            </a:pPr>
            <a:r>
              <a:rPr b="1" lang="en-US" sz="1200" spc="-1" strike="noStrike">
                <a:solidFill>
                  <a:srgbClr val="000000"/>
                </a:solidFill>
                <a:latin typeface="Arial"/>
              </a:rPr>
              <a:t>Agronomic Performance:</a:t>
            </a:r>
            <a:endParaRPr b="0" lang="en-US" sz="1200" spc="-1" strike="noStrike">
              <a:solidFill>
                <a:srgbClr val="000000"/>
              </a:solidFill>
              <a:latin typeface="Arial"/>
              <a:ea typeface="Noto Sans CJK SC"/>
            </a:endParaRPr>
          </a:p>
          <a:p>
            <a:pPr marL="216000" indent="-216000">
              <a:lnSpc>
                <a:spcPct val="100000"/>
              </a:lnSpc>
              <a:spcBef>
                <a:spcPts val="907"/>
              </a:spcBef>
              <a:spcAft>
                <a:spcPts val="709"/>
              </a:spcAft>
              <a:buClr>
                <a:srgbClr val="000000"/>
              </a:buClr>
              <a:buSzPct val="45000"/>
              <a:buFont typeface="Wingdings" charset="2"/>
              <a:buChar char=""/>
            </a:pPr>
            <a:r>
              <a:rPr b="0" lang="en-US" sz="1200" spc="-1" strike="noStrike">
                <a:solidFill>
                  <a:srgbClr val="000000"/>
                </a:solidFill>
                <a:latin typeface="Arial"/>
              </a:rPr>
              <a:t>Yield peaks in Kharif at 5.63 tonnes/ha, compared to 5.04 tonnes/ha in Rabi and 4.64 tonnes/ha in Zaid. </a:t>
            </a:r>
            <a:endParaRPr b="0" lang="en-US" sz="1200" spc="-1" strike="noStrike">
              <a:solidFill>
                <a:srgbClr val="000000"/>
              </a:solidFill>
              <a:latin typeface="Arial"/>
              <a:ea typeface="Noto Sans CJK SC"/>
            </a:endParaRPr>
          </a:p>
          <a:p>
            <a:pPr marL="216000" indent="-216000">
              <a:lnSpc>
                <a:spcPct val="100000"/>
              </a:lnSpc>
              <a:spcBef>
                <a:spcPts val="907"/>
              </a:spcBef>
              <a:spcAft>
                <a:spcPts val="709"/>
              </a:spcAft>
              <a:buClr>
                <a:srgbClr val="000000"/>
              </a:buClr>
              <a:buSzPct val="45000"/>
              <a:buFont typeface="Wingdings" charset="2"/>
              <a:buChar char=""/>
            </a:pPr>
            <a:r>
              <a:rPr b="0" lang="en-US" sz="1200" spc="-1" strike="noStrike">
                <a:solidFill>
                  <a:srgbClr val="000000"/>
                </a:solidFill>
                <a:latin typeface="Arial"/>
              </a:rPr>
              <a:t>Disease and pest risk is elevated in Kharif (54.47%) due to heavy moisture, versus 40.48% in Rabi and 38.22% in Zaid. </a:t>
            </a:r>
            <a:endParaRPr b="0" lang="en-US" sz="1200" spc="-1" strike="noStrike">
              <a:solidFill>
                <a:srgbClr val="000000"/>
              </a:solidFill>
              <a:latin typeface="Arial"/>
              <a:ea typeface="Noto Sans CJK SC"/>
            </a:endParaRPr>
          </a:p>
          <a:p>
            <a:pPr marL="216000" indent="-216000">
              <a:lnSpc>
                <a:spcPct val="100000"/>
              </a:lnSpc>
              <a:spcBef>
                <a:spcPts val="907"/>
              </a:spcBef>
              <a:spcAft>
                <a:spcPts val="709"/>
              </a:spcAft>
              <a:buClr>
                <a:srgbClr val="000000"/>
              </a:buClr>
              <a:buSzPct val="45000"/>
              <a:buFont typeface="Wingdings" charset="2"/>
              <a:buChar char=""/>
            </a:pPr>
            <a:r>
              <a:rPr b="1" lang="en-US" sz="1200" spc="-1" strike="noStrike">
                <a:solidFill>
                  <a:srgbClr val="000000"/>
                </a:solidFill>
                <a:latin typeface="Arial"/>
              </a:rPr>
              <a:t>Economic Outcomes:</a:t>
            </a:r>
            <a:endParaRPr b="0" lang="en-US" sz="1200" spc="-1" strike="noStrike">
              <a:solidFill>
                <a:srgbClr val="000000"/>
              </a:solidFill>
              <a:latin typeface="Arial"/>
              <a:ea typeface="Noto Sans CJK SC"/>
            </a:endParaRPr>
          </a:p>
          <a:p>
            <a:pPr marL="216000" indent="-216000">
              <a:lnSpc>
                <a:spcPct val="100000"/>
              </a:lnSpc>
              <a:spcBef>
                <a:spcPts val="907"/>
              </a:spcBef>
              <a:spcAft>
                <a:spcPts val="709"/>
              </a:spcAft>
              <a:buClr>
                <a:srgbClr val="000000"/>
              </a:buClr>
              <a:buSzPct val="45000"/>
              <a:buFont typeface="Wingdings" charset="2"/>
              <a:buChar char=""/>
            </a:pPr>
            <a:r>
              <a:rPr b="0" lang="en-US" sz="1200" spc="-1" strike="noStrike">
                <a:solidFill>
                  <a:srgbClr val="000000"/>
                </a:solidFill>
                <a:latin typeface="Arial"/>
              </a:rPr>
              <a:t>Kharif yields the highest mean profit of ₹1,78,914.65. </a:t>
            </a:r>
            <a:endParaRPr b="0" lang="en-US" sz="1200" spc="-1" strike="noStrike">
              <a:solidFill>
                <a:srgbClr val="000000"/>
              </a:solidFill>
              <a:latin typeface="Arial"/>
              <a:ea typeface="Noto Sans CJK SC"/>
            </a:endParaRPr>
          </a:p>
          <a:p>
            <a:pPr marL="216000" indent="-216000">
              <a:lnSpc>
                <a:spcPct val="100000"/>
              </a:lnSpc>
              <a:spcBef>
                <a:spcPts val="907"/>
              </a:spcBef>
              <a:spcAft>
                <a:spcPts val="709"/>
              </a:spcAft>
              <a:buClr>
                <a:srgbClr val="000000"/>
              </a:buClr>
              <a:buSzPct val="45000"/>
              <a:buFont typeface="Wingdings" charset="2"/>
              <a:buChar char=""/>
            </a:pPr>
            <a:r>
              <a:rPr b="0" lang="en-US" sz="1200" spc="-1" strike="noStrike">
                <a:solidFill>
                  <a:srgbClr val="000000"/>
                </a:solidFill>
                <a:latin typeface="Arial"/>
              </a:rPr>
              <a:t>Zaid registers an average net loss of -₹24,804.82 and a median loss of -₹62,144.00, reflecting severe cost burdens during dry summer conditions. </a:t>
            </a:r>
            <a:endParaRPr b="0" lang="en-US" sz="1200" spc="-1" strike="noStrike">
              <a:solidFill>
                <a:srgbClr val="000000"/>
              </a:solidFill>
              <a:latin typeface="Arial"/>
              <a:ea typeface="Noto Sans CJK SC"/>
            </a:endParaRPr>
          </a:p>
        </p:txBody>
      </p:sp>
    </p:spTree>
  </p:cSld>
  <mc:AlternateContent>
    <mc:Choice Requires="p14">
      <p:transition spd="slow" p14:dur="2000"/>
    </mc:Choice>
    <mc:Fallback>
      <p:transition spd="slow"/>
    </mc:Fallback>
  </mc:AlternateContent>
  <p:timing>
    <p:tnLst>
      <p:par>
        <p:cTn id="194" dur="indefinite" restart="never" nodeType="tmRoot">
          <p:childTnLst>
            <p:seq>
              <p:cTn id="195" dur="indefinite" nodeType="mainSeq">
                <p:childTnLst>
                  <p:par>
                    <p:cTn id="196" fill="hold">
                      <p:stCondLst>
                        <p:cond delay="indefinite"/>
                      </p:stCondLst>
                      <p:childTnLst>
                        <p:par>
                          <p:cTn id="197" fill="hold">
                            <p:stCondLst>
                              <p:cond delay="0"/>
                            </p:stCondLst>
                            <p:childTnLst>
                              <p:par>
                                <p:cTn id="198" nodeType="clickEffect" fill="hold" presetClass="entr" presetID="53" presetSubtype="16">
                                  <p:stCondLst>
                                    <p:cond delay="0"/>
                                  </p:stCondLst>
                                  <p:childTnLst>
                                    <p:set>
                                      <p:cBhvr>
                                        <p:cTn id="199" dur="1" fill="hold">
                                          <p:stCondLst>
                                            <p:cond delay="0"/>
                                          </p:stCondLst>
                                        </p:cTn>
                                        <p:tgtEl>
                                          <p:spTgt spid="497"/>
                                        </p:tgtEl>
                                        <p:attrNameLst>
                                          <p:attrName>style.visibility</p:attrName>
                                        </p:attrNameLst>
                                      </p:cBhvr>
                                      <p:to>
                                        <p:strVal val="visible"/>
                                      </p:to>
                                    </p:set>
                                    <p:anim calcmode="lin" valueType="num">
                                      <p:cBhvr additive="repl">
                                        <p:cTn id="200" dur="500" fill="hold"/>
                                        <p:tgtEl>
                                          <p:spTgt spid="497"/>
                                        </p:tgtEl>
                                        <p:attrNameLst>
                                          <p:attrName>ppt_w</p:attrName>
                                        </p:attrNameLst>
                                      </p:cBhvr>
                                      <p:tavLst>
                                        <p:tav tm="0">
                                          <p:val>
                                            <p:fltVal val="0"/>
                                          </p:val>
                                        </p:tav>
                                        <p:tav tm="100000">
                                          <p:val>
                                            <p:strVal val="#ppt_w"/>
                                          </p:val>
                                        </p:tav>
                                      </p:tavLst>
                                    </p:anim>
                                    <p:anim calcmode="lin" valueType="num">
                                      <p:cBhvr additive="repl">
                                        <p:cTn id="201" dur="500" fill="hold"/>
                                        <p:tgtEl>
                                          <p:spTgt spid="497"/>
                                        </p:tgtEl>
                                        <p:attrNameLst>
                                          <p:attrName>ppt_h</p:attrName>
                                        </p:attrNameLst>
                                      </p:cBhvr>
                                      <p:tavLst>
                                        <p:tav tm="0">
                                          <p:val>
                                            <p:fltVal val="0"/>
                                          </p:val>
                                        </p:tav>
                                        <p:tav tm="100000">
                                          <p:val>
                                            <p:strVal val="#ppt_h"/>
                                          </p:val>
                                        </p:tav>
                                      </p:tavLst>
                                    </p:anim>
                                    <p:animEffect filter="fade" transition="in">
                                      <p:cBhvr additive="repl">
                                        <p:cTn id="202" dur="500"/>
                                        <p:tgtEl>
                                          <p:spTgt spid="497"/>
                                        </p:tgtEl>
                                      </p:cBhvr>
                                    </p:animEffect>
                                  </p:childTnLst>
                                </p:cTn>
                              </p:par>
                            </p:childTnLst>
                          </p:cTn>
                        </p:par>
                      </p:childTnLst>
                    </p:cTn>
                  </p:par>
                  <p:par>
                    <p:cTn id="203" fill="hold">
                      <p:stCondLst>
                        <p:cond delay="indefinite"/>
                      </p:stCondLst>
                      <p:childTnLst>
                        <p:par>
                          <p:cTn id="204" fill="hold">
                            <p:stCondLst>
                              <p:cond delay="0"/>
                            </p:stCondLst>
                            <p:childTnLst>
                              <p:par>
                                <p:cTn id="205" nodeType="clickEffect" fill="hold" presetClass="entr" presetID="42">
                                  <p:stCondLst>
                                    <p:cond delay="0"/>
                                  </p:stCondLst>
                                  <p:endCondLst>
                                    <p:cond delay="0" evt="begin">
                                      <p:tn val="205"/>
                                    </p:cond>
                                  </p:endCondLst>
                                  <p:childTnLst>
                                    <p:set>
                                      <p:cBhvr>
                                        <p:cTn id="206" dur="1" fill="hold">
                                          <p:stCondLst>
                                            <p:cond delay="0"/>
                                          </p:stCondLst>
                                        </p:cTn>
                                        <p:tgtEl>
                                          <p:spTgt spid="498"/>
                                        </p:tgtEl>
                                        <p:attrNameLst>
                                          <p:attrName>style.visibility</p:attrName>
                                        </p:attrNameLst>
                                      </p:cBhvr>
                                      <p:to>
                                        <p:strVal val="visible"/>
                                      </p:to>
                                    </p:set>
                                    <p:animEffect filter="fade" transition="in">
                                      <p:cBhvr additive="repl">
                                        <p:cTn id="207" dur="1000"/>
                                        <p:tgtEl>
                                          <p:spTgt spid="498"/>
                                        </p:tgtEl>
                                      </p:cBhvr>
                                    </p:animEffect>
                                    <p:anim calcmode="lin" valueType="num">
                                      <p:cBhvr additive="repl">
                                        <p:cTn id="208" dur="1000" fill="hold"/>
                                        <p:tgtEl>
                                          <p:spTgt spid="498"/>
                                        </p:tgtEl>
                                        <p:attrNameLst>
                                          <p:attrName>ppt_x</p:attrName>
                                        </p:attrNameLst>
                                      </p:cBhvr>
                                      <p:tavLst>
                                        <p:tav tm="0">
                                          <p:val>
                                            <p:strVal val="#ppt_x"/>
                                          </p:val>
                                        </p:tav>
                                        <p:tav tm="100000">
                                          <p:val>
                                            <p:strVal val="#ppt_x"/>
                                          </p:val>
                                        </p:tav>
                                      </p:tavLst>
                                    </p:anim>
                                    <p:anim calcmode="lin" valueType="num">
                                      <p:cBhvr additive="repl">
                                        <p:cTn id="209" dur="1000" fill="hold"/>
                                        <p:tgtEl>
                                          <p:spTgt spid="498"/>
                                        </p:tgtEl>
                                        <p:attrNameLst>
                                          <p:attrName>ppt_y</p:attrName>
                                        </p:attrNameLst>
                                      </p:cBhvr>
                                      <p:tavLst>
                                        <p:tav tm="0">
                                          <p:val>
                                            <p:strVal val="#ppt_y+.1"/>
                                          </p:val>
                                        </p:tav>
                                        <p:tav tm="100000">
                                          <p:val>
                                            <p:strVal val="#ppt_y"/>
                                          </p:val>
                                        </p:tav>
                                      </p:tavLst>
                                    </p:anim>
                                  </p:childTnLst>
                                </p:cTn>
                              </p:par>
                            </p:childTnLst>
                          </p:cTn>
                        </p:par>
                      </p:childTnLst>
                    </p:cTn>
                  </p:par>
                  <p:par>
                    <p:cTn id="210" fill="hold">
                      <p:stCondLst>
                        <p:cond delay="indefinite"/>
                      </p:stCondLst>
                      <p:childTnLst>
                        <p:par>
                          <p:cTn id="211" fill="hold">
                            <p:stCondLst>
                              <p:cond delay="0"/>
                            </p:stCondLst>
                            <p:childTnLst>
                              <p:par>
                                <p:cTn id="212" nodeType="clickEffect" fill="hold" presetClass="entr" presetID="42">
                                  <p:stCondLst>
                                    <p:cond delay="0"/>
                                  </p:stCondLst>
                                  <p:endCondLst>
                                    <p:cond delay="0" evt="begin">
                                      <p:tn val="212"/>
                                    </p:cond>
                                  </p:endCondLst>
                                  <p:childTnLst>
                                    <p:set>
                                      <p:cBhvr>
                                        <p:cTn id="213" dur="1" fill="hold">
                                          <p:stCondLst>
                                            <p:cond delay="0"/>
                                          </p:stCondLst>
                                        </p:cTn>
                                        <p:tgtEl>
                                          <p:spTgt spid="499"/>
                                        </p:tgtEl>
                                        <p:attrNameLst>
                                          <p:attrName>style.visibility</p:attrName>
                                        </p:attrNameLst>
                                      </p:cBhvr>
                                      <p:to>
                                        <p:strVal val="visible"/>
                                      </p:to>
                                    </p:set>
                                    <p:animEffect filter="fade" transition="in">
                                      <p:cBhvr additive="repl">
                                        <p:cTn id="214" dur="1000"/>
                                        <p:tgtEl>
                                          <p:spTgt spid="499"/>
                                        </p:tgtEl>
                                      </p:cBhvr>
                                    </p:animEffect>
                                    <p:anim calcmode="lin" valueType="num">
                                      <p:cBhvr additive="repl">
                                        <p:cTn id="215" dur="1000" fill="hold"/>
                                        <p:tgtEl>
                                          <p:spTgt spid="499"/>
                                        </p:tgtEl>
                                        <p:attrNameLst>
                                          <p:attrName>ppt_x</p:attrName>
                                        </p:attrNameLst>
                                      </p:cBhvr>
                                      <p:tavLst>
                                        <p:tav tm="0">
                                          <p:val>
                                            <p:strVal val="#ppt_x"/>
                                          </p:val>
                                        </p:tav>
                                        <p:tav tm="100000">
                                          <p:val>
                                            <p:strVal val="#ppt_x"/>
                                          </p:val>
                                        </p:tav>
                                      </p:tavLst>
                                    </p:anim>
                                    <p:anim calcmode="lin" valueType="num">
                                      <p:cBhvr additive="repl">
                                        <p:cTn id="216" dur="1000" fill="hold"/>
                                        <p:tgtEl>
                                          <p:spTgt spid="49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02" name="Picture 4" descr=""/>
          <p:cNvPicPr/>
          <p:nvPr/>
        </p:nvPicPr>
        <p:blipFill>
          <a:blip r:embed="rId1"/>
          <a:srcRect l="0" t="96170" r="0" b="0"/>
          <a:stretch/>
        </p:blipFill>
        <p:spPr>
          <a:xfrm>
            <a:off x="676080" y="6472080"/>
            <a:ext cx="2142720" cy="192600"/>
          </a:xfrm>
          <a:prstGeom prst="rect">
            <a:avLst/>
          </a:prstGeom>
          <a:ln w="0">
            <a:noFill/>
          </a:ln>
        </p:spPr>
      </p:pic>
      <p:sp>
        <p:nvSpPr>
          <p:cNvPr id="503" name="PlaceHolder 1"/>
          <p:cNvSpPr>
            <a:spLocks noGrp="1"/>
          </p:cNvSpPr>
          <p:nvPr>
            <p:ph type="title"/>
          </p:nvPr>
        </p:nvSpPr>
        <p:spPr>
          <a:xfrm>
            <a:off x="676080" y="370440"/>
            <a:ext cx="4735440" cy="830520"/>
          </a:xfrm>
          <a:prstGeom prst="rect">
            <a:avLst/>
          </a:prstGeom>
          <a:noFill/>
          <a:ln w="0">
            <a:noFill/>
          </a:ln>
        </p:spPr>
        <p:txBody>
          <a:bodyPr lIns="91440" rIns="91440" tIns="45720" bIns="45720" anchor="t">
            <a:normAutofit/>
          </a:bodyPr>
          <a:p>
            <a:pPr indent="0" defTabSz="457200">
              <a:lnSpc>
                <a:spcPct val="100000"/>
              </a:lnSpc>
              <a:buNone/>
            </a:pPr>
            <a:r>
              <a:rPr b="1" lang="en-IN" sz="4000" spc="-1" strike="noStrike">
                <a:solidFill>
                  <a:schemeClr val="dk1"/>
                </a:solidFill>
                <a:latin typeface="Trebuchet MS"/>
              </a:rPr>
              <a:t>Future scope</a:t>
            </a:r>
            <a:endParaRPr b="0" lang="en-US" sz="4000" spc="-1" strike="noStrike">
              <a:solidFill>
                <a:schemeClr val="dk1"/>
              </a:solidFill>
              <a:latin typeface="Trebuchet MS"/>
            </a:endParaRPr>
          </a:p>
        </p:txBody>
      </p:sp>
      <p:sp>
        <p:nvSpPr>
          <p:cNvPr id="504" name="Text Placeholder 30"/>
          <p:cNvSpPr/>
          <p:nvPr/>
        </p:nvSpPr>
        <p:spPr>
          <a:xfrm>
            <a:off x="32112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endParaRPr b="0" lang="en-GB" sz="2000" spc="-1" strike="noStrike">
              <a:solidFill>
                <a:schemeClr val="dk1"/>
              </a:solidFill>
              <a:latin typeface="Trebuchet MS"/>
            </a:endParaRPr>
          </a:p>
        </p:txBody>
      </p:sp>
      <p:sp>
        <p:nvSpPr>
          <p:cNvPr id="505" name="Text Placeholder 30"/>
          <p:cNvSpPr/>
          <p:nvPr/>
        </p:nvSpPr>
        <p:spPr>
          <a:xfrm>
            <a:off x="434556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endParaRPr b="0" lang="en-GB" sz="2000" spc="-1" strike="noStrike">
              <a:solidFill>
                <a:schemeClr val="dk1"/>
              </a:solidFill>
              <a:latin typeface="Trebuchet MS"/>
            </a:endParaRPr>
          </a:p>
        </p:txBody>
      </p:sp>
      <p:sp>
        <p:nvSpPr>
          <p:cNvPr id="506" name=""/>
          <p:cNvSpPr txBox="1"/>
          <p:nvPr/>
        </p:nvSpPr>
        <p:spPr>
          <a:xfrm>
            <a:off x="914400" y="1275480"/>
            <a:ext cx="8915400" cy="5551560"/>
          </a:xfrm>
          <a:prstGeom prst="rect">
            <a:avLst/>
          </a:prstGeom>
          <a:noFill/>
          <a:ln w="0">
            <a:noFill/>
          </a:ln>
        </p:spPr>
        <p:txBody>
          <a:bodyPr lIns="90000" rIns="90000" tIns="45000" bIns="45000" anchor="t">
            <a:noAutofit/>
          </a:bodyPr>
          <a:p>
            <a:pPr marL="216000" indent="-216000">
              <a:spcBef>
                <a:spcPts val="1191"/>
              </a:spcBef>
              <a:spcAft>
                <a:spcPts val="992"/>
              </a:spcAft>
              <a:buClr>
                <a:srgbClr val="000000"/>
              </a:buClr>
              <a:buSzPct val="45000"/>
              <a:buFont typeface="Wingdings" charset="2"/>
              <a:buChar char=""/>
            </a:pPr>
            <a:r>
              <a:rPr b="1" lang="en-US" sz="1400" spc="-1" strike="noStrike">
                <a:solidFill>
                  <a:srgbClr val="000000"/>
                </a:solidFill>
                <a:latin typeface="Arial"/>
              </a:rPr>
              <a:t>Machine Learning &amp; Predictive Modeling</a:t>
            </a:r>
            <a:r>
              <a:rPr b="0" lang="en-US" sz="1400" spc="-1" strike="noStrike">
                <a:solidFill>
                  <a:srgbClr val="000000"/>
                </a:solidFill>
                <a:latin typeface="Arial"/>
              </a:rPr>
              <a:t>: Implement supervised learning algorithms (such as Random Forest, LightGBM, and XGBoost) to forecast crop yield, production volumes, and profit margins based on seasonal weather and soil parameters.</a:t>
            </a:r>
            <a:endParaRPr b="0" lang="en-US" sz="1400" spc="-1" strike="noStrike">
              <a:solidFill>
                <a:srgbClr val="000000"/>
              </a:solidFill>
              <a:latin typeface="Arial"/>
            </a:endParaRPr>
          </a:p>
          <a:p>
            <a:pPr marL="216000" indent="-216000">
              <a:spcBef>
                <a:spcPts val="1191"/>
              </a:spcBef>
              <a:spcAft>
                <a:spcPts val="992"/>
              </a:spcAft>
              <a:buClr>
                <a:srgbClr val="000000"/>
              </a:buClr>
              <a:buSzPct val="45000"/>
              <a:buFont typeface="Wingdings" charset="2"/>
              <a:buChar char=""/>
            </a:pPr>
            <a:r>
              <a:rPr b="1" lang="en-US" sz="1400" spc="-1" strike="noStrike">
                <a:solidFill>
                  <a:srgbClr val="000000"/>
                </a:solidFill>
                <a:latin typeface="Arial"/>
              </a:rPr>
              <a:t>Resource Optimization &amp; Smart Irrigation</a:t>
            </a:r>
            <a:r>
              <a:rPr b="0" lang="en-US" sz="1400" spc="-1" strike="noStrike">
                <a:solidFill>
                  <a:srgbClr val="000000"/>
                </a:solidFill>
                <a:latin typeface="Arial"/>
              </a:rPr>
              <a:t>: Design an automated advisory framework to optimize irrigation scheduling and fertilizer dosages, directly targeting improvements in water-use efficiency and cost reduction.</a:t>
            </a:r>
            <a:endParaRPr b="0" lang="en-US" sz="1400" spc="-1" strike="noStrike">
              <a:solidFill>
                <a:srgbClr val="000000"/>
              </a:solidFill>
              <a:latin typeface="Arial"/>
            </a:endParaRPr>
          </a:p>
          <a:p>
            <a:pPr marL="216000" indent="-216000">
              <a:spcBef>
                <a:spcPts val="1191"/>
              </a:spcBef>
              <a:spcAft>
                <a:spcPts val="992"/>
              </a:spcAft>
              <a:buClr>
                <a:srgbClr val="000000"/>
              </a:buClr>
              <a:buSzPct val="45000"/>
              <a:buFont typeface="Wingdings" charset="2"/>
              <a:buChar char=""/>
            </a:pPr>
            <a:r>
              <a:rPr b="1" lang="en-US" sz="1400" spc="-1" strike="noStrike">
                <a:solidFill>
                  <a:srgbClr val="000000"/>
                </a:solidFill>
                <a:latin typeface="Arial"/>
              </a:rPr>
              <a:t>Early Pest and Disease Outbreak Prediction</a:t>
            </a:r>
            <a:r>
              <a:rPr b="0" lang="en-US" sz="1400" spc="-1" strike="noStrike">
                <a:solidFill>
                  <a:srgbClr val="000000"/>
                </a:solidFill>
                <a:latin typeface="Arial"/>
              </a:rPr>
              <a:t>: Build an early-warning risk prediction module that correlates temperature, humidity, and rainfall patterns to alert farmers ahead of high-risk periods, especially during the Kharif season.</a:t>
            </a:r>
            <a:endParaRPr b="0" lang="en-US" sz="1400" spc="-1" strike="noStrike">
              <a:solidFill>
                <a:srgbClr val="000000"/>
              </a:solidFill>
              <a:latin typeface="Arial"/>
            </a:endParaRPr>
          </a:p>
          <a:p>
            <a:pPr marL="216000" indent="-216000">
              <a:spcBef>
                <a:spcPts val="1191"/>
              </a:spcBef>
              <a:spcAft>
                <a:spcPts val="992"/>
              </a:spcAft>
              <a:buClr>
                <a:srgbClr val="000000"/>
              </a:buClr>
              <a:buSzPct val="45000"/>
              <a:buFont typeface="Wingdings" charset="2"/>
              <a:buChar char=""/>
            </a:pPr>
            <a:r>
              <a:rPr b="1" lang="en-US" sz="1400" spc="-1" strike="noStrike">
                <a:solidFill>
                  <a:srgbClr val="000000"/>
                </a:solidFill>
                <a:latin typeface="Arial"/>
              </a:rPr>
              <a:t>Crop Recommendation &amp; Market Decision Support:</a:t>
            </a:r>
            <a:r>
              <a:rPr b="0" lang="en-US" sz="1400" spc="-1" strike="noStrike">
                <a:solidFill>
                  <a:srgbClr val="000000"/>
                </a:solidFill>
                <a:latin typeface="Arial"/>
              </a:rPr>
              <a:t> Develop a dynamic recommendation engine helping farmers select the most economically viable crops based on district-level soil profiles, seasonal climate forecasts, and historical price volatility.</a:t>
            </a:r>
            <a:endParaRPr b="0" lang="en-US" sz="1400" spc="-1" strike="noStrike">
              <a:solidFill>
                <a:srgbClr val="000000"/>
              </a:solidFill>
              <a:latin typeface="Arial"/>
            </a:endParaRPr>
          </a:p>
          <a:p>
            <a:pPr marL="216000" indent="-216000">
              <a:spcBef>
                <a:spcPts val="1191"/>
              </a:spcBef>
              <a:spcAft>
                <a:spcPts val="992"/>
              </a:spcAft>
              <a:buClr>
                <a:srgbClr val="000000"/>
              </a:buClr>
              <a:buSzPct val="45000"/>
              <a:buFont typeface="Wingdings" charset="2"/>
              <a:buChar char=""/>
            </a:pPr>
            <a:r>
              <a:rPr b="1" lang="en-US" sz="1400" spc="-1" strike="noStrike">
                <a:solidFill>
                  <a:srgbClr val="000000"/>
                </a:solidFill>
                <a:latin typeface="Arial"/>
              </a:rPr>
              <a:t>Interactive Dashboard Deployment:</a:t>
            </a:r>
            <a:r>
              <a:rPr b="0" lang="en-US" sz="1400" spc="-1" strike="noStrike">
                <a:solidFill>
                  <a:srgbClr val="000000"/>
                </a:solidFill>
                <a:latin typeface="Arial"/>
              </a:rPr>
              <a:t> Package the analytical pipeline into a real-time web dashboard (using Streamlit or Dash) to enable policymakers, agronomists, and local farmers to simulate seasonal scenarios and make data-driven decisions.</a:t>
            </a:r>
            <a:endParaRPr b="0" lang="en-US" sz="1400" spc="-1" strike="noStrike">
              <a:solidFill>
                <a:srgbClr val="000000"/>
              </a:solidFill>
              <a:latin typeface="Arial"/>
            </a:endParaRPr>
          </a:p>
          <a:p>
            <a:pPr marL="216000" indent="-216000">
              <a:spcBef>
                <a:spcPts val="1191"/>
              </a:spcBef>
              <a:spcAft>
                <a:spcPts val="992"/>
              </a:spcAft>
              <a:buClr>
                <a:srgbClr val="000000"/>
              </a:buClr>
              <a:buSzPct val="45000"/>
              <a:buFont typeface="Wingdings" charset="2"/>
              <a:buChar char=""/>
            </a:pP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217" dur="indefinite" restart="never" nodeType="tmRoot">
          <p:childTnLst>
            <p:seq>
              <p:cTn id="218" dur="indefinite" nodeType="mainSeq">
                <p:childTnLst>
                  <p:par>
                    <p:cTn id="219" fill="hold">
                      <p:stCondLst>
                        <p:cond delay="indefinite"/>
                      </p:stCondLst>
                      <p:childTnLst>
                        <p:par>
                          <p:cTn id="220" fill="hold">
                            <p:stCondLst>
                              <p:cond delay="0"/>
                            </p:stCondLst>
                            <p:childTnLst>
                              <p:par>
                                <p:cTn id="221" nodeType="clickEffect" fill="hold" presetClass="entr" presetID="53" presetSubtype="16">
                                  <p:stCondLst>
                                    <p:cond delay="0"/>
                                  </p:stCondLst>
                                  <p:childTnLst>
                                    <p:set>
                                      <p:cBhvr>
                                        <p:cTn id="222" dur="1" fill="hold">
                                          <p:stCondLst>
                                            <p:cond delay="0"/>
                                          </p:stCondLst>
                                        </p:cTn>
                                        <p:tgtEl>
                                          <p:spTgt spid="503"/>
                                        </p:tgtEl>
                                        <p:attrNameLst>
                                          <p:attrName>style.visibility</p:attrName>
                                        </p:attrNameLst>
                                      </p:cBhvr>
                                      <p:to>
                                        <p:strVal val="visible"/>
                                      </p:to>
                                    </p:set>
                                    <p:anim calcmode="lin" valueType="num">
                                      <p:cBhvr additive="repl">
                                        <p:cTn id="223" dur="500" fill="hold"/>
                                        <p:tgtEl>
                                          <p:spTgt spid="503"/>
                                        </p:tgtEl>
                                        <p:attrNameLst>
                                          <p:attrName>ppt_w</p:attrName>
                                        </p:attrNameLst>
                                      </p:cBhvr>
                                      <p:tavLst>
                                        <p:tav tm="0">
                                          <p:val>
                                            <p:fltVal val="0"/>
                                          </p:val>
                                        </p:tav>
                                        <p:tav tm="100000">
                                          <p:val>
                                            <p:strVal val="#ppt_w"/>
                                          </p:val>
                                        </p:tav>
                                      </p:tavLst>
                                    </p:anim>
                                    <p:anim calcmode="lin" valueType="num">
                                      <p:cBhvr additive="repl">
                                        <p:cTn id="224" dur="500" fill="hold"/>
                                        <p:tgtEl>
                                          <p:spTgt spid="503"/>
                                        </p:tgtEl>
                                        <p:attrNameLst>
                                          <p:attrName>ppt_h</p:attrName>
                                        </p:attrNameLst>
                                      </p:cBhvr>
                                      <p:tavLst>
                                        <p:tav tm="0">
                                          <p:val>
                                            <p:fltVal val="0"/>
                                          </p:val>
                                        </p:tav>
                                        <p:tav tm="100000">
                                          <p:val>
                                            <p:strVal val="#ppt_h"/>
                                          </p:val>
                                        </p:tav>
                                      </p:tavLst>
                                    </p:anim>
                                    <p:animEffect filter="fade" transition="in">
                                      <p:cBhvr additive="repl">
                                        <p:cTn id="225" dur="500"/>
                                        <p:tgtEl>
                                          <p:spTgt spid="503"/>
                                        </p:tgtEl>
                                      </p:cBhvr>
                                    </p:animEffect>
                                  </p:childTnLst>
                                </p:cTn>
                              </p:par>
                            </p:childTnLst>
                          </p:cTn>
                        </p:par>
                      </p:childTnLst>
                    </p:cTn>
                  </p:par>
                  <p:par>
                    <p:cTn id="226" fill="hold">
                      <p:stCondLst>
                        <p:cond delay="indefinite"/>
                      </p:stCondLst>
                      <p:childTnLst>
                        <p:par>
                          <p:cTn id="227" fill="hold">
                            <p:stCondLst>
                              <p:cond delay="0"/>
                            </p:stCondLst>
                            <p:childTnLst>
                              <p:par>
                                <p:cTn id="228" nodeType="clickEffect" fill="hold" presetClass="entr" presetID="42">
                                  <p:stCondLst>
                                    <p:cond delay="0"/>
                                  </p:stCondLst>
                                  <p:endCondLst>
                                    <p:cond delay="0" evt="begin">
                                      <p:tn val="228"/>
                                    </p:cond>
                                  </p:endCondLst>
                                  <p:childTnLst>
                                    <p:set>
                                      <p:cBhvr>
                                        <p:cTn id="229" dur="1" fill="hold">
                                          <p:stCondLst>
                                            <p:cond delay="0"/>
                                          </p:stCondLst>
                                        </p:cTn>
                                        <p:tgtEl>
                                          <p:spTgt spid="504"/>
                                        </p:tgtEl>
                                        <p:attrNameLst>
                                          <p:attrName>style.visibility</p:attrName>
                                        </p:attrNameLst>
                                      </p:cBhvr>
                                      <p:to>
                                        <p:strVal val="visible"/>
                                      </p:to>
                                    </p:set>
                                    <p:animEffect filter="fade" transition="in">
                                      <p:cBhvr additive="repl">
                                        <p:cTn id="230" dur="1000"/>
                                        <p:tgtEl>
                                          <p:spTgt spid="504"/>
                                        </p:tgtEl>
                                      </p:cBhvr>
                                    </p:animEffect>
                                    <p:anim calcmode="lin" valueType="num">
                                      <p:cBhvr additive="repl">
                                        <p:cTn id="231" dur="1000" fill="hold"/>
                                        <p:tgtEl>
                                          <p:spTgt spid="504"/>
                                        </p:tgtEl>
                                        <p:attrNameLst>
                                          <p:attrName>ppt_x</p:attrName>
                                        </p:attrNameLst>
                                      </p:cBhvr>
                                      <p:tavLst>
                                        <p:tav tm="0">
                                          <p:val>
                                            <p:strVal val="#ppt_x"/>
                                          </p:val>
                                        </p:tav>
                                        <p:tav tm="100000">
                                          <p:val>
                                            <p:strVal val="#ppt_x"/>
                                          </p:val>
                                        </p:tav>
                                      </p:tavLst>
                                    </p:anim>
                                    <p:anim calcmode="lin" valueType="num">
                                      <p:cBhvr additive="repl">
                                        <p:cTn id="232" dur="1000" fill="hold"/>
                                        <p:tgtEl>
                                          <p:spTgt spid="504"/>
                                        </p:tgtEl>
                                        <p:attrNameLst>
                                          <p:attrName>ppt_y</p:attrName>
                                        </p:attrNameLst>
                                      </p:cBhvr>
                                      <p:tavLst>
                                        <p:tav tm="0">
                                          <p:val>
                                            <p:strVal val="#ppt_y+.1"/>
                                          </p:val>
                                        </p:tav>
                                        <p:tav tm="100000">
                                          <p:val>
                                            <p:strVal val="#ppt_y"/>
                                          </p:val>
                                        </p:tav>
                                      </p:tavLst>
                                    </p:anim>
                                  </p:childTnLst>
                                </p:cTn>
                              </p:par>
                            </p:childTnLst>
                          </p:cTn>
                        </p:par>
                      </p:childTnLst>
                    </p:cTn>
                  </p:par>
                  <p:par>
                    <p:cTn id="233" fill="hold">
                      <p:stCondLst>
                        <p:cond delay="indefinite"/>
                      </p:stCondLst>
                      <p:childTnLst>
                        <p:par>
                          <p:cTn id="234" fill="hold">
                            <p:stCondLst>
                              <p:cond delay="0"/>
                            </p:stCondLst>
                            <p:childTnLst>
                              <p:par>
                                <p:cTn id="235" nodeType="clickEffect" fill="hold" presetClass="entr" presetID="42">
                                  <p:stCondLst>
                                    <p:cond delay="0"/>
                                  </p:stCondLst>
                                  <p:endCondLst>
                                    <p:cond delay="0" evt="begin">
                                      <p:tn val="235"/>
                                    </p:cond>
                                  </p:endCondLst>
                                  <p:childTnLst>
                                    <p:set>
                                      <p:cBhvr>
                                        <p:cTn id="236" dur="1" fill="hold">
                                          <p:stCondLst>
                                            <p:cond delay="0"/>
                                          </p:stCondLst>
                                        </p:cTn>
                                        <p:tgtEl>
                                          <p:spTgt spid="505"/>
                                        </p:tgtEl>
                                        <p:attrNameLst>
                                          <p:attrName>style.visibility</p:attrName>
                                        </p:attrNameLst>
                                      </p:cBhvr>
                                      <p:to>
                                        <p:strVal val="visible"/>
                                      </p:to>
                                    </p:set>
                                    <p:animEffect filter="fade" transition="in">
                                      <p:cBhvr additive="repl">
                                        <p:cTn id="237" dur="1000"/>
                                        <p:tgtEl>
                                          <p:spTgt spid="505"/>
                                        </p:tgtEl>
                                      </p:cBhvr>
                                    </p:animEffect>
                                    <p:anim calcmode="lin" valueType="num">
                                      <p:cBhvr additive="repl">
                                        <p:cTn id="238" dur="1000" fill="hold"/>
                                        <p:tgtEl>
                                          <p:spTgt spid="505"/>
                                        </p:tgtEl>
                                        <p:attrNameLst>
                                          <p:attrName>ppt_x</p:attrName>
                                        </p:attrNameLst>
                                      </p:cBhvr>
                                      <p:tavLst>
                                        <p:tav tm="0">
                                          <p:val>
                                            <p:strVal val="#ppt_x"/>
                                          </p:val>
                                        </p:tav>
                                        <p:tav tm="100000">
                                          <p:val>
                                            <p:strVal val="#ppt_x"/>
                                          </p:val>
                                        </p:tav>
                                      </p:tavLst>
                                    </p:anim>
                                    <p:anim calcmode="lin" valueType="num">
                                      <p:cBhvr additive="repl">
                                        <p:cTn id="239" dur="1000" fill="hold"/>
                                        <p:tgtEl>
                                          <p:spTgt spid="50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07" name="Picture 4" descr=""/>
          <p:cNvPicPr/>
          <p:nvPr/>
        </p:nvPicPr>
        <p:blipFill>
          <a:blip r:embed="rId1"/>
          <a:srcRect l="0" t="96170" r="0" b="0"/>
          <a:stretch/>
        </p:blipFill>
        <p:spPr>
          <a:xfrm>
            <a:off x="676080" y="6472080"/>
            <a:ext cx="2142720" cy="192600"/>
          </a:xfrm>
          <a:prstGeom prst="rect">
            <a:avLst/>
          </a:prstGeom>
          <a:ln w="0">
            <a:noFill/>
          </a:ln>
        </p:spPr>
      </p:pic>
      <p:sp>
        <p:nvSpPr>
          <p:cNvPr id="508" name="PlaceHolder 1"/>
          <p:cNvSpPr>
            <a:spLocks noGrp="1"/>
          </p:cNvSpPr>
          <p:nvPr>
            <p:ph type="title"/>
          </p:nvPr>
        </p:nvSpPr>
        <p:spPr>
          <a:xfrm>
            <a:off x="676080" y="370440"/>
            <a:ext cx="4735440" cy="830520"/>
          </a:xfrm>
          <a:prstGeom prst="rect">
            <a:avLst/>
          </a:prstGeom>
          <a:noFill/>
          <a:ln w="0">
            <a:noFill/>
          </a:ln>
        </p:spPr>
        <p:txBody>
          <a:bodyPr lIns="91440" rIns="91440" tIns="45720" bIns="45720" anchor="t">
            <a:normAutofit/>
          </a:bodyPr>
          <a:p>
            <a:pPr indent="0" defTabSz="457200">
              <a:lnSpc>
                <a:spcPct val="100000"/>
              </a:lnSpc>
              <a:buNone/>
            </a:pPr>
            <a:r>
              <a:rPr b="1" lang="en-IN" sz="4000" spc="-1" strike="noStrike">
                <a:solidFill>
                  <a:schemeClr val="dk1"/>
                </a:solidFill>
                <a:latin typeface="Trebuchet MS"/>
              </a:rPr>
              <a:t>GitHub Link</a:t>
            </a:r>
            <a:endParaRPr b="0" lang="en-US" sz="4000" spc="-1" strike="noStrike">
              <a:solidFill>
                <a:schemeClr val="dk1"/>
              </a:solidFill>
              <a:latin typeface="Trebuchet MS"/>
            </a:endParaRPr>
          </a:p>
        </p:txBody>
      </p:sp>
      <p:sp>
        <p:nvSpPr>
          <p:cNvPr id="509" name="Text Placeholder 30"/>
          <p:cNvSpPr/>
          <p:nvPr/>
        </p:nvSpPr>
        <p:spPr>
          <a:xfrm>
            <a:off x="32112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endParaRPr b="0" lang="en-GB" sz="2000" spc="-1" strike="noStrike">
              <a:solidFill>
                <a:schemeClr val="dk1"/>
              </a:solidFill>
              <a:latin typeface="Trebuchet MS"/>
            </a:endParaRPr>
          </a:p>
        </p:txBody>
      </p:sp>
      <p:sp>
        <p:nvSpPr>
          <p:cNvPr id="510" name="Text Placeholder 30"/>
          <p:cNvSpPr/>
          <p:nvPr/>
        </p:nvSpPr>
        <p:spPr>
          <a:xfrm>
            <a:off x="434556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endParaRPr b="0" lang="en-GB" sz="2000" spc="-1" strike="noStrike">
              <a:solidFill>
                <a:schemeClr val="dk1"/>
              </a:solidFill>
              <a:latin typeface="Trebuchet MS"/>
            </a:endParaRPr>
          </a:p>
        </p:txBody>
      </p:sp>
      <p:sp>
        <p:nvSpPr>
          <p:cNvPr id="511" name="TextBox 2"/>
          <p:cNvSpPr/>
          <p:nvPr/>
        </p:nvSpPr>
        <p:spPr>
          <a:xfrm>
            <a:off x="729360" y="1440360"/>
            <a:ext cx="7232400" cy="638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pc="-1" strike="noStrike">
                <a:solidFill>
                  <a:schemeClr val="dk1"/>
                </a:solidFill>
                <a:latin typeface="Trebuchet MS"/>
              </a:rPr>
              <a:t>https://github.com/nilayDawn/Seasonal-Agriculture-Performance-Analysis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240" dur="indefinite" restart="never" nodeType="tmRoot">
          <p:childTnLst>
            <p:seq>
              <p:cTn id="241" dur="indefinite" nodeType="mainSeq">
                <p:childTnLst>
                  <p:par>
                    <p:cTn id="242" fill="hold">
                      <p:stCondLst>
                        <p:cond delay="indefinite"/>
                      </p:stCondLst>
                      <p:childTnLst>
                        <p:par>
                          <p:cTn id="243" fill="hold">
                            <p:stCondLst>
                              <p:cond delay="0"/>
                            </p:stCondLst>
                            <p:childTnLst>
                              <p:par>
                                <p:cTn id="244" nodeType="clickEffect" fill="hold" presetClass="entr" presetID="53" presetSubtype="16">
                                  <p:stCondLst>
                                    <p:cond delay="0"/>
                                  </p:stCondLst>
                                  <p:childTnLst>
                                    <p:set>
                                      <p:cBhvr>
                                        <p:cTn id="245" dur="1" fill="hold">
                                          <p:stCondLst>
                                            <p:cond delay="0"/>
                                          </p:stCondLst>
                                        </p:cTn>
                                        <p:tgtEl>
                                          <p:spTgt spid="508"/>
                                        </p:tgtEl>
                                        <p:attrNameLst>
                                          <p:attrName>style.visibility</p:attrName>
                                        </p:attrNameLst>
                                      </p:cBhvr>
                                      <p:to>
                                        <p:strVal val="visible"/>
                                      </p:to>
                                    </p:set>
                                    <p:anim calcmode="lin" valueType="num">
                                      <p:cBhvr additive="repl">
                                        <p:cTn id="246" dur="500" fill="hold"/>
                                        <p:tgtEl>
                                          <p:spTgt spid="508"/>
                                        </p:tgtEl>
                                        <p:attrNameLst>
                                          <p:attrName>ppt_w</p:attrName>
                                        </p:attrNameLst>
                                      </p:cBhvr>
                                      <p:tavLst>
                                        <p:tav tm="0">
                                          <p:val>
                                            <p:fltVal val="0"/>
                                          </p:val>
                                        </p:tav>
                                        <p:tav tm="100000">
                                          <p:val>
                                            <p:strVal val="#ppt_w"/>
                                          </p:val>
                                        </p:tav>
                                      </p:tavLst>
                                    </p:anim>
                                    <p:anim calcmode="lin" valueType="num">
                                      <p:cBhvr additive="repl">
                                        <p:cTn id="247" dur="500" fill="hold"/>
                                        <p:tgtEl>
                                          <p:spTgt spid="508"/>
                                        </p:tgtEl>
                                        <p:attrNameLst>
                                          <p:attrName>ppt_h</p:attrName>
                                        </p:attrNameLst>
                                      </p:cBhvr>
                                      <p:tavLst>
                                        <p:tav tm="0">
                                          <p:val>
                                            <p:fltVal val="0"/>
                                          </p:val>
                                        </p:tav>
                                        <p:tav tm="100000">
                                          <p:val>
                                            <p:strVal val="#ppt_h"/>
                                          </p:val>
                                        </p:tav>
                                      </p:tavLst>
                                    </p:anim>
                                    <p:animEffect filter="fade" transition="in">
                                      <p:cBhvr additive="repl">
                                        <p:cTn id="248" dur="500"/>
                                        <p:tgtEl>
                                          <p:spTgt spid="508"/>
                                        </p:tgtEl>
                                      </p:cBhvr>
                                    </p:animEffect>
                                  </p:childTnLst>
                                </p:cTn>
                              </p:par>
                            </p:childTnLst>
                          </p:cTn>
                        </p:par>
                      </p:childTnLst>
                    </p:cTn>
                  </p:par>
                  <p:par>
                    <p:cTn id="249" fill="hold">
                      <p:stCondLst>
                        <p:cond delay="indefinite"/>
                      </p:stCondLst>
                      <p:childTnLst>
                        <p:par>
                          <p:cTn id="250" fill="hold">
                            <p:stCondLst>
                              <p:cond delay="0"/>
                            </p:stCondLst>
                            <p:childTnLst>
                              <p:par>
                                <p:cTn id="251" nodeType="clickEffect" fill="hold" presetClass="entr" presetID="42">
                                  <p:stCondLst>
                                    <p:cond delay="0"/>
                                  </p:stCondLst>
                                  <p:endCondLst>
                                    <p:cond delay="0" evt="begin">
                                      <p:tn val="251"/>
                                    </p:cond>
                                  </p:endCondLst>
                                  <p:childTnLst>
                                    <p:set>
                                      <p:cBhvr>
                                        <p:cTn id="252" dur="1" fill="hold">
                                          <p:stCondLst>
                                            <p:cond delay="0"/>
                                          </p:stCondLst>
                                        </p:cTn>
                                        <p:tgtEl>
                                          <p:spTgt spid="509"/>
                                        </p:tgtEl>
                                        <p:attrNameLst>
                                          <p:attrName>style.visibility</p:attrName>
                                        </p:attrNameLst>
                                      </p:cBhvr>
                                      <p:to>
                                        <p:strVal val="visible"/>
                                      </p:to>
                                    </p:set>
                                    <p:animEffect filter="fade" transition="in">
                                      <p:cBhvr additive="repl">
                                        <p:cTn id="253" dur="1000"/>
                                        <p:tgtEl>
                                          <p:spTgt spid="509"/>
                                        </p:tgtEl>
                                      </p:cBhvr>
                                    </p:animEffect>
                                    <p:anim calcmode="lin" valueType="num">
                                      <p:cBhvr additive="repl">
                                        <p:cTn id="254" dur="1000" fill="hold"/>
                                        <p:tgtEl>
                                          <p:spTgt spid="509"/>
                                        </p:tgtEl>
                                        <p:attrNameLst>
                                          <p:attrName>ppt_x</p:attrName>
                                        </p:attrNameLst>
                                      </p:cBhvr>
                                      <p:tavLst>
                                        <p:tav tm="0">
                                          <p:val>
                                            <p:strVal val="#ppt_x"/>
                                          </p:val>
                                        </p:tav>
                                        <p:tav tm="100000">
                                          <p:val>
                                            <p:strVal val="#ppt_x"/>
                                          </p:val>
                                        </p:tav>
                                      </p:tavLst>
                                    </p:anim>
                                    <p:anim calcmode="lin" valueType="num">
                                      <p:cBhvr additive="repl">
                                        <p:cTn id="255" dur="1000" fill="hold"/>
                                        <p:tgtEl>
                                          <p:spTgt spid="509"/>
                                        </p:tgtEl>
                                        <p:attrNameLst>
                                          <p:attrName>ppt_y</p:attrName>
                                        </p:attrNameLst>
                                      </p:cBhvr>
                                      <p:tavLst>
                                        <p:tav tm="0">
                                          <p:val>
                                            <p:strVal val="#ppt_y+.1"/>
                                          </p:val>
                                        </p:tav>
                                        <p:tav tm="100000">
                                          <p:val>
                                            <p:strVal val="#ppt_y"/>
                                          </p:val>
                                        </p:tav>
                                      </p:tavLst>
                                    </p:anim>
                                  </p:childTnLst>
                                </p:cTn>
                              </p:par>
                            </p:childTnLst>
                          </p:cTn>
                        </p:par>
                      </p:childTnLst>
                    </p:cTn>
                  </p:par>
                  <p:par>
                    <p:cTn id="256" fill="hold">
                      <p:stCondLst>
                        <p:cond delay="indefinite"/>
                      </p:stCondLst>
                      <p:childTnLst>
                        <p:par>
                          <p:cTn id="257" fill="hold">
                            <p:stCondLst>
                              <p:cond delay="0"/>
                            </p:stCondLst>
                            <p:childTnLst>
                              <p:par>
                                <p:cTn id="258" nodeType="clickEffect" fill="hold" presetClass="entr" presetID="42">
                                  <p:stCondLst>
                                    <p:cond delay="0"/>
                                  </p:stCondLst>
                                  <p:endCondLst>
                                    <p:cond delay="0" evt="begin">
                                      <p:tn val="258"/>
                                    </p:cond>
                                  </p:endCondLst>
                                  <p:childTnLst>
                                    <p:set>
                                      <p:cBhvr>
                                        <p:cTn id="259" dur="1" fill="hold">
                                          <p:stCondLst>
                                            <p:cond delay="0"/>
                                          </p:stCondLst>
                                        </p:cTn>
                                        <p:tgtEl>
                                          <p:spTgt spid="510"/>
                                        </p:tgtEl>
                                        <p:attrNameLst>
                                          <p:attrName>style.visibility</p:attrName>
                                        </p:attrNameLst>
                                      </p:cBhvr>
                                      <p:to>
                                        <p:strVal val="visible"/>
                                      </p:to>
                                    </p:set>
                                    <p:animEffect filter="fade" transition="in">
                                      <p:cBhvr additive="repl">
                                        <p:cTn id="260" dur="1000"/>
                                        <p:tgtEl>
                                          <p:spTgt spid="510"/>
                                        </p:tgtEl>
                                      </p:cBhvr>
                                    </p:animEffect>
                                    <p:anim calcmode="lin" valueType="num">
                                      <p:cBhvr additive="repl">
                                        <p:cTn id="261" dur="1000" fill="hold"/>
                                        <p:tgtEl>
                                          <p:spTgt spid="510"/>
                                        </p:tgtEl>
                                        <p:attrNameLst>
                                          <p:attrName>ppt_x</p:attrName>
                                        </p:attrNameLst>
                                      </p:cBhvr>
                                      <p:tavLst>
                                        <p:tav tm="0">
                                          <p:val>
                                            <p:strVal val="#ppt_x"/>
                                          </p:val>
                                        </p:tav>
                                        <p:tav tm="100000">
                                          <p:val>
                                            <p:strVal val="#ppt_x"/>
                                          </p:val>
                                        </p:tav>
                                      </p:tavLst>
                                    </p:anim>
                                    <p:anim calcmode="lin" valueType="num">
                                      <p:cBhvr additive="repl">
                                        <p:cTn id="262" dur="1000" fill="hold"/>
                                        <p:tgtEl>
                                          <p:spTgt spid="5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12" name="Picture 4" descr=""/>
          <p:cNvPicPr/>
          <p:nvPr/>
        </p:nvPicPr>
        <p:blipFill>
          <a:blip r:embed="rId1"/>
          <a:srcRect l="0" t="96170" r="0" b="0"/>
          <a:stretch/>
        </p:blipFill>
        <p:spPr>
          <a:xfrm>
            <a:off x="676080" y="6472080"/>
            <a:ext cx="2142720" cy="192600"/>
          </a:xfrm>
          <a:prstGeom prst="rect">
            <a:avLst/>
          </a:prstGeom>
          <a:ln w="0">
            <a:noFill/>
          </a:ln>
        </p:spPr>
      </p:pic>
      <p:sp>
        <p:nvSpPr>
          <p:cNvPr id="513" name="PlaceHolder 1"/>
          <p:cNvSpPr>
            <a:spLocks noGrp="1"/>
          </p:cNvSpPr>
          <p:nvPr>
            <p:ph type="title"/>
          </p:nvPr>
        </p:nvSpPr>
        <p:spPr>
          <a:xfrm>
            <a:off x="676080" y="370440"/>
            <a:ext cx="8350920" cy="884160"/>
          </a:xfrm>
          <a:prstGeom prst="rect">
            <a:avLst/>
          </a:prstGeom>
          <a:noFill/>
          <a:ln w="0">
            <a:noFill/>
          </a:ln>
        </p:spPr>
        <p:txBody>
          <a:bodyPr lIns="91440" rIns="91440" tIns="45720" bIns="45720" anchor="t">
            <a:normAutofit fontScale="81057"/>
          </a:bodyPr>
          <a:p>
            <a:pPr indent="0" defTabSz="457200">
              <a:lnSpc>
                <a:spcPct val="100000"/>
              </a:lnSpc>
              <a:buNone/>
            </a:pPr>
            <a:r>
              <a:rPr b="1" lang="en-IN" sz="3200" spc="-1" strike="noStrike">
                <a:solidFill>
                  <a:schemeClr val="dk1"/>
                </a:solidFill>
                <a:latin typeface="Trebuchet MS"/>
              </a:rPr>
              <a:t>VOIS Course completion certificate - </a:t>
            </a:r>
            <a:br>
              <a:rPr sz="3200"/>
            </a:br>
            <a:r>
              <a:rPr b="1" lang="en-IN" sz="3200" spc="-1" strike="noStrike">
                <a:solidFill>
                  <a:schemeClr val="dk1"/>
                </a:solidFill>
                <a:latin typeface="Trebuchet MS"/>
              </a:rPr>
              <a:t>Course name- Data Visualization </a:t>
            </a:r>
            <a:endParaRPr b="0" lang="en-US" sz="3200" spc="-1" strike="noStrike">
              <a:solidFill>
                <a:schemeClr val="dk1"/>
              </a:solidFill>
              <a:latin typeface="Trebuchet MS"/>
            </a:endParaRPr>
          </a:p>
        </p:txBody>
      </p:sp>
      <p:sp>
        <p:nvSpPr>
          <p:cNvPr id="514" name="Text Placeholder 30"/>
          <p:cNvSpPr/>
          <p:nvPr/>
        </p:nvSpPr>
        <p:spPr>
          <a:xfrm>
            <a:off x="32112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endParaRPr b="0" lang="en-GB" sz="2000" spc="-1" strike="noStrike">
              <a:solidFill>
                <a:schemeClr val="dk1"/>
              </a:solidFill>
              <a:latin typeface="Trebuchet MS"/>
            </a:endParaRPr>
          </a:p>
        </p:txBody>
      </p:sp>
      <p:sp>
        <p:nvSpPr>
          <p:cNvPr id="515" name="Text Placeholder 30"/>
          <p:cNvSpPr/>
          <p:nvPr/>
        </p:nvSpPr>
        <p:spPr>
          <a:xfrm>
            <a:off x="4345560" y="1275480"/>
            <a:ext cx="3343320" cy="6656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endParaRPr b="0" lang="en-GB" sz="2000" spc="-1" strike="noStrike">
              <a:solidFill>
                <a:schemeClr val="dk1"/>
              </a:solidFill>
              <a:latin typeface="Trebuchet MS"/>
            </a:endParaRPr>
          </a:p>
        </p:txBody>
      </p:sp>
      <p:pic>
        <p:nvPicPr>
          <p:cNvPr id="516" name="" descr=""/>
          <p:cNvPicPr/>
          <p:nvPr/>
        </p:nvPicPr>
        <p:blipFill>
          <a:blip r:embed="rId2"/>
          <a:stretch/>
        </p:blipFill>
        <p:spPr>
          <a:xfrm>
            <a:off x="1600200" y="1474200"/>
            <a:ext cx="7291440" cy="5155200"/>
          </a:xfrm>
          <a:prstGeom prst="rect">
            <a:avLst/>
          </a:prstGeom>
          <a:ln w="0">
            <a:noFill/>
          </a:ln>
        </p:spPr>
      </p:pic>
    </p:spTree>
  </p:cSld>
  <mc:AlternateContent>
    <mc:Choice Requires="p14">
      <p:transition spd="slow" p14:dur="2000"/>
    </mc:Choice>
    <mc:Fallback>
      <p:transition spd="slow"/>
    </mc:Fallback>
  </mc:AlternateContent>
  <p:timing>
    <p:tnLst>
      <p:par>
        <p:cTn id="263" dur="indefinite" restart="never" nodeType="tmRoot">
          <p:childTnLst>
            <p:seq>
              <p:cTn id="264" dur="indefinite" nodeType="mainSeq">
                <p:childTnLst>
                  <p:par>
                    <p:cTn id="265" fill="hold">
                      <p:stCondLst>
                        <p:cond delay="indefinite"/>
                      </p:stCondLst>
                      <p:childTnLst>
                        <p:par>
                          <p:cTn id="266" fill="hold">
                            <p:stCondLst>
                              <p:cond delay="0"/>
                            </p:stCondLst>
                            <p:childTnLst>
                              <p:par>
                                <p:cTn id="267" nodeType="clickEffect" fill="hold" presetClass="entr" presetID="53" presetSubtype="16">
                                  <p:stCondLst>
                                    <p:cond delay="0"/>
                                  </p:stCondLst>
                                  <p:childTnLst>
                                    <p:set>
                                      <p:cBhvr>
                                        <p:cTn id="268" dur="1" fill="hold">
                                          <p:stCondLst>
                                            <p:cond delay="0"/>
                                          </p:stCondLst>
                                        </p:cTn>
                                        <p:tgtEl>
                                          <p:spTgt spid="513"/>
                                        </p:tgtEl>
                                        <p:attrNameLst>
                                          <p:attrName>style.visibility</p:attrName>
                                        </p:attrNameLst>
                                      </p:cBhvr>
                                      <p:to>
                                        <p:strVal val="visible"/>
                                      </p:to>
                                    </p:set>
                                    <p:anim calcmode="lin" valueType="num">
                                      <p:cBhvr additive="repl">
                                        <p:cTn id="269" dur="500" fill="hold"/>
                                        <p:tgtEl>
                                          <p:spTgt spid="513"/>
                                        </p:tgtEl>
                                        <p:attrNameLst>
                                          <p:attrName>ppt_w</p:attrName>
                                        </p:attrNameLst>
                                      </p:cBhvr>
                                      <p:tavLst>
                                        <p:tav tm="0">
                                          <p:val>
                                            <p:fltVal val="0"/>
                                          </p:val>
                                        </p:tav>
                                        <p:tav tm="100000">
                                          <p:val>
                                            <p:strVal val="#ppt_w"/>
                                          </p:val>
                                        </p:tav>
                                      </p:tavLst>
                                    </p:anim>
                                    <p:anim calcmode="lin" valueType="num">
                                      <p:cBhvr additive="repl">
                                        <p:cTn id="270" dur="500" fill="hold"/>
                                        <p:tgtEl>
                                          <p:spTgt spid="513"/>
                                        </p:tgtEl>
                                        <p:attrNameLst>
                                          <p:attrName>ppt_h</p:attrName>
                                        </p:attrNameLst>
                                      </p:cBhvr>
                                      <p:tavLst>
                                        <p:tav tm="0">
                                          <p:val>
                                            <p:fltVal val="0"/>
                                          </p:val>
                                        </p:tav>
                                        <p:tav tm="100000">
                                          <p:val>
                                            <p:strVal val="#ppt_h"/>
                                          </p:val>
                                        </p:tav>
                                      </p:tavLst>
                                    </p:anim>
                                    <p:animEffect filter="fade" transition="in">
                                      <p:cBhvr additive="repl">
                                        <p:cTn id="271" dur="500"/>
                                        <p:tgtEl>
                                          <p:spTgt spid="513"/>
                                        </p:tgtEl>
                                      </p:cBhvr>
                                    </p:animEffect>
                                  </p:childTnLst>
                                </p:cTn>
                              </p:par>
                            </p:childTnLst>
                          </p:cTn>
                        </p:par>
                      </p:childTnLst>
                    </p:cTn>
                  </p:par>
                  <p:par>
                    <p:cTn id="272" fill="hold">
                      <p:stCondLst>
                        <p:cond delay="indefinite"/>
                      </p:stCondLst>
                      <p:childTnLst>
                        <p:par>
                          <p:cTn id="273" fill="hold">
                            <p:stCondLst>
                              <p:cond delay="0"/>
                            </p:stCondLst>
                            <p:childTnLst>
                              <p:par>
                                <p:cTn id="274" nodeType="clickEffect" fill="hold" presetClass="entr" presetID="42">
                                  <p:stCondLst>
                                    <p:cond delay="0"/>
                                  </p:stCondLst>
                                  <p:endCondLst>
                                    <p:cond delay="0" evt="begin">
                                      <p:tn val="274"/>
                                    </p:cond>
                                  </p:endCondLst>
                                  <p:childTnLst>
                                    <p:set>
                                      <p:cBhvr>
                                        <p:cTn id="275" dur="1" fill="hold">
                                          <p:stCondLst>
                                            <p:cond delay="0"/>
                                          </p:stCondLst>
                                        </p:cTn>
                                        <p:tgtEl>
                                          <p:spTgt spid="514"/>
                                        </p:tgtEl>
                                        <p:attrNameLst>
                                          <p:attrName>style.visibility</p:attrName>
                                        </p:attrNameLst>
                                      </p:cBhvr>
                                      <p:to>
                                        <p:strVal val="visible"/>
                                      </p:to>
                                    </p:set>
                                    <p:animEffect filter="fade" transition="in">
                                      <p:cBhvr additive="repl">
                                        <p:cTn id="276" dur="1000"/>
                                        <p:tgtEl>
                                          <p:spTgt spid="514"/>
                                        </p:tgtEl>
                                      </p:cBhvr>
                                    </p:animEffect>
                                    <p:anim calcmode="lin" valueType="num">
                                      <p:cBhvr additive="repl">
                                        <p:cTn id="277" dur="1000" fill="hold"/>
                                        <p:tgtEl>
                                          <p:spTgt spid="514"/>
                                        </p:tgtEl>
                                        <p:attrNameLst>
                                          <p:attrName>ppt_x</p:attrName>
                                        </p:attrNameLst>
                                      </p:cBhvr>
                                      <p:tavLst>
                                        <p:tav tm="0">
                                          <p:val>
                                            <p:strVal val="#ppt_x"/>
                                          </p:val>
                                        </p:tav>
                                        <p:tav tm="100000">
                                          <p:val>
                                            <p:strVal val="#ppt_x"/>
                                          </p:val>
                                        </p:tav>
                                      </p:tavLst>
                                    </p:anim>
                                    <p:anim calcmode="lin" valueType="num">
                                      <p:cBhvr additive="repl">
                                        <p:cTn id="278" dur="1000" fill="hold"/>
                                        <p:tgtEl>
                                          <p:spTgt spid="514"/>
                                        </p:tgtEl>
                                        <p:attrNameLst>
                                          <p:attrName>ppt_y</p:attrName>
                                        </p:attrNameLst>
                                      </p:cBhvr>
                                      <p:tavLst>
                                        <p:tav tm="0">
                                          <p:val>
                                            <p:strVal val="#ppt_y+.1"/>
                                          </p:val>
                                        </p:tav>
                                        <p:tav tm="100000">
                                          <p:val>
                                            <p:strVal val="#ppt_y"/>
                                          </p:val>
                                        </p:tav>
                                      </p:tavLst>
                                    </p:anim>
                                  </p:childTnLst>
                                </p:cTn>
                              </p:par>
                            </p:childTnLst>
                          </p:cTn>
                        </p:par>
                      </p:childTnLst>
                    </p:cTn>
                  </p:par>
                  <p:par>
                    <p:cTn id="279" fill="hold">
                      <p:stCondLst>
                        <p:cond delay="indefinite"/>
                      </p:stCondLst>
                      <p:childTnLst>
                        <p:par>
                          <p:cTn id="280" fill="hold">
                            <p:stCondLst>
                              <p:cond delay="0"/>
                            </p:stCondLst>
                            <p:childTnLst>
                              <p:par>
                                <p:cTn id="281" nodeType="clickEffect" fill="hold" presetClass="entr" presetID="42">
                                  <p:stCondLst>
                                    <p:cond delay="0"/>
                                  </p:stCondLst>
                                  <p:endCondLst>
                                    <p:cond delay="0" evt="begin">
                                      <p:tn val="281"/>
                                    </p:cond>
                                  </p:endCondLst>
                                  <p:childTnLst>
                                    <p:set>
                                      <p:cBhvr>
                                        <p:cTn id="282" dur="1" fill="hold">
                                          <p:stCondLst>
                                            <p:cond delay="0"/>
                                          </p:stCondLst>
                                        </p:cTn>
                                        <p:tgtEl>
                                          <p:spTgt spid="515"/>
                                        </p:tgtEl>
                                        <p:attrNameLst>
                                          <p:attrName>style.visibility</p:attrName>
                                        </p:attrNameLst>
                                      </p:cBhvr>
                                      <p:to>
                                        <p:strVal val="visible"/>
                                      </p:to>
                                    </p:set>
                                    <p:animEffect filter="fade" transition="in">
                                      <p:cBhvr additive="repl">
                                        <p:cTn id="283" dur="1000"/>
                                        <p:tgtEl>
                                          <p:spTgt spid="515"/>
                                        </p:tgtEl>
                                      </p:cBhvr>
                                    </p:animEffect>
                                    <p:anim calcmode="lin" valueType="num">
                                      <p:cBhvr additive="repl">
                                        <p:cTn id="284" dur="1000" fill="hold"/>
                                        <p:tgtEl>
                                          <p:spTgt spid="515"/>
                                        </p:tgtEl>
                                        <p:attrNameLst>
                                          <p:attrName>ppt_x</p:attrName>
                                        </p:attrNameLst>
                                      </p:cBhvr>
                                      <p:tavLst>
                                        <p:tav tm="0">
                                          <p:val>
                                            <p:strVal val="#ppt_x"/>
                                          </p:val>
                                        </p:tav>
                                        <p:tav tm="100000">
                                          <p:val>
                                            <p:strVal val="#ppt_x"/>
                                          </p:val>
                                        </p:tav>
                                      </p:tavLst>
                                    </p:anim>
                                    <p:anim calcmode="lin" valueType="num">
                                      <p:cBhvr additive="repl">
                                        <p:cTn id="285" dur="1000" fill="hold"/>
                                        <p:tgtEl>
                                          <p:spTgt spid="5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7" name="PlaceHolder 1"/>
          <p:cNvSpPr>
            <a:spLocks noGrp="1"/>
          </p:cNvSpPr>
          <p:nvPr>
            <p:ph type="title"/>
          </p:nvPr>
        </p:nvSpPr>
        <p:spPr>
          <a:xfrm>
            <a:off x="432000" y="647640"/>
            <a:ext cx="11339640" cy="699840"/>
          </a:xfrm>
          <a:prstGeom prst="rect">
            <a:avLst/>
          </a:prstGeom>
          <a:noFill/>
          <a:ln w="0">
            <a:noFill/>
          </a:ln>
        </p:spPr>
        <p:txBody>
          <a:bodyPr lIns="91440" rIns="91440" tIns="45720" bIns="45720" anchor="ctr">
            <a:normAutofit fontScale="85833"/>
          </a:bodyPr>
          <a:p>
            <a:pPr indent="0" algn="ctr" defTabSz="457200">
              <a:lnSpc>
                <a:spcPct val="100000"/>
              </a:lnSpc>
              <a:buNone/>
            </a:pPr>
            <a:r>
              <a:rPr b="1" lang="en-US" sz="4800" spc="-1" strike="noStrike">
                <a:solidFill>
                  <a:schemeClr val="dk1"/>
                </a:solidFill>
                <a:latin typeface="Trebuchet MS"/>
              </a:rPr>
              <a:t>Thank you</a:t>
            </a:r>
            <a:endParaRPr b="0" lang="en-US" sz="4800" spc="-1" strike="noStrike">
              <a:solidFill>
                <a:schemeClr val="dk1"/>
              </a:solidFill>
              <a:latin typeface="Trebuchet MS"/>
            </a:endParaRPr>
          </a:p>
        </p:txBody>
      </p:sp>
      <p:sp>
        <p:nvSpPr>
          <p:cNvPr id="518" name="PlaceHolder 2"/>
          <p:cNvSpPr>
            <a:spLocks noGrp="1"/>
          </p:cNvSpPr>
          <p:nvPr>
            <p:ph/>
          </p:nvPr>
        </p:nvSpPr>
        <p:spPr>
          <a:xfrm>
            <a:off x="3727800" y="4641840"/>
            <a:ext cx="2139480" cy="1108440"/>
          </a:xfrm>
          <a:prstGeom prst="rect">
            <a:avLst/>
          </a:prstGeom>
          <a:noFill/>
          <a:ln w="0">
            <a:noFill/>
          </a:ln>
        </p:spPr>
        <p:txBody>
          <a:bodyPr lIns="91440" rIns="91440" tIns="45720" bIns="45720" anchor="t">
            <a:normAutofit/>
          </a:bodyPr>
          <a:p>
            <a:pPr indent="0" algn="ctr" defTabSz="457200">
              <a:lnSpc>
                <a:spcPct val="100000"/>
              </a:lnSpc>
              <a:spcBef>
                <a:spcPts val="1001"/>
              </a:spcBef>
              <a:buNone/>
              <a:tabLst>
                <a:tab algn="l" pos="0"/>
              </a:tabLst>
            </a:pPr>
            <a:r>
              <a:rPr b="0" lang="en-US" sz="1600" spc="-1" strike="noStrike">
                <a:solidFill>
                  <a:schemeClr val="dk1"/>
                </a:solidFill>
                <a:latin typeface="Trebuchet MS"/>
              </a:rPr>
              <a:t>.</a:t>
            </a:r>
            <a:endParaRPr b="0" lang="en-US" sz="1600" spc="-1" strike="noStrike">
              <a:solidFill>
                <a:schemeClr val="dk1">
                  <a:lumMod val="75000"/>
                  <a:lumOff val="25000"/>
                </a:schemeClr>
              </a:solidFill>
              <a:latin typeface="Trebuchet MS"/>
            </a:endParaRPr>
          </a:p>
        </p:txBody>
      </p:sp>
      <p:sp>
        <p:nvSpPr>
          <p:cNvPr id="519" name="Text Placeholder 28"/>
          <p:cNvSpPr/>
          <p:nvPr/>
        </p:nvSpPr>
        <p:spPr>
          <a:xfrm>
            <a:off x="878400" y="4134960"/>
            <a:ext cx="2596320" cy="45360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endParaRPr b="1" lang="en-IN" sz="2400" spc="-1" strike="noStrike">
              <a:solidFill>
                <a:schemeClr val="accent4"/>
              </a:solidFill>
              <a:latin typeface="Trebuchet MS"/>
            </a:endParaRPr>
          </a:p>
        </p:txBody>
      </p:sp>
      <p:sp>
        <p:nvSpPr>
          <p:cNvPr id="520" name="Text Placeholder 28"/>
          <p:cNvSpPr/>
          <p:nvPr/>
        </p:nvSpPr>
        <p:spPr>
          <a:xfrm>
            <a:off x="5353560" y="3962520"/>
            <a:ext cx="2596320" cy="45360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endParaRPr b="1" lang="en-IN" sz="2200" spc="-1" strike="noStrike">
              <a:solidFill>
                <a:schemeClr val="accent4"/>
              </a:solidFill>
              <a:latin typeface="Trebuchet MS"/>
            </a:endParaRPr>
          </a:p>
        </p:txBody>
      </p:sp>
      <p:sp>
        <p:nvSpPr>
          <p:cNvPr id="521" name="Text Placeholder 28"/>
          <p:cNvSpPr/>
          <p:nvPr/>
        </p:nvSpPr>
        <p:spPr>
          <a:xfrm>
            <a:off x="7789320" y="3962520"/>
            <a:ext cx="2596320" cy="45360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endParaRPr b="1" lang="en-IN" sz="2200" spc="-1" strike="noStrike">
              <a:solidFill>
                <a:schemeClr val="accent4"/>
              </a:solidFill>
              <a:latin typeface="Trebuchet MS"/>
            </a:endParaRPr>
          </a:p>
        </p:txBody>
      </p:sp>
      <p:sp>
        <p:nvSpPr>
          <p:cNvPr id="522" name="Text Placeholder 30"/>
          <p:cNvSpPr/>
          <p:nvPr/>
        </p:nvSpPr>
        <p:spPr>
          <a:xfrm>
            <a:off x="6095880" y="4641840"/>
            <a:ext cx="2139480" cy="11084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endParaRPr b="0" lang="en-GB" sz="1600" spc="-1" strike="noStrike">
              <a:solidFill>
                <a:schemeClr val="dk1"/>
              </a:solidFill>
              <a:latin typeface="Trebuchet MS"/>
            </a:endParaRPr>
          </a:p>
        </p:txBody>
      </p:sp>
      <p:sp>
        <p:nvSpPr>
          <p:cNvPr id="523" name="Text Placeholder 30"/>
          <p:cNvSpPr/>
          <p:nvPr/>
        </p:nvSpPr>
        <p:spPr>
          <a:xfrm>
            <a:off x="8591400" y="4641840"/>
            <a:ext cx="2139480" cy="1108440"/>
          </a:xfrm>
          <a:prstGeom prst="rect">
            <a:avLst/>
          </a:prstGeom>
          <a:noFill/>
          <a:ln w="0">
            <a:noFill/>
          </a:ln>
        </p:spPr>
        <p:style>
          <a:lnRef idx="0"/>
          <a:fillRef idx="0"/>
          <a:effectRef idx="0"/>
          <a:fontRef idx="minor"/>
        </p:style>
        <p:txBody>
          <a:bodyPr anchor="t">
            <a:normAutofit/>
          </a:bodyPr>
          <a:p>
            <a:pPr algn="ctr" defTabSz="457200">
              <a:lnSpc>
                <a:spcPct val="100000"/>
              </a:lnSpc>
              <a:spcBef>
                <a:spcPts val="1001"/>
              </a:spcBef>
              <a:tabLst>
                <a:tab algn="l" pos="0"/>
              </a:tabLst>
            </a:pPr>
            <a:r>
              <a:rPr b="0" lang="en-GB" sz="1600" spc="-1" strike="noStrike">
                <a:solidFill>
                  <a:schemeClr val="dk1"/>
                </a:solidFill>
                <a:latin typeface="Trebuchet MS"/>
              </a:rPr>
              <a:t>.</a:t>
            </a:r>
            <a:endParaRPr b="0" lang="en-US" sz="1600" spc="-1" strike="noStrike">
              <a:solidFill>
                <a:srgbClr val="000000"/>
              </a:solidFill>
              <a:latin typeface="Arial"/>
            </a:endParaRPr>
          </a:p>
        </p:txBody>
      </p:sp>
      <p:pic>
        <p:nvPicPr>
          <p:cNvPr id="524" name="Picture 14" descr=""/>
          <p:cNvPicPr/>
          <p:nvPr/>
        </p:nvPicPr>
        <p:blipFill>
          <a:blip r:embed="rId1"/>
          <a:srcRect l="0" t="96170" r="0" b="0"/>
          <a:stretch/>
        </p:blipFill>
        <p:spPr>
          <a:xfrm>
            <a:off x="676080" y="6472080"/>
            <a:ext cx="2142720" cy="192600"/>
          </a:xfrm>
          <a:prstGeom prst="rect">
            <a:avLst/>
          </a:prstGeom>
          <a:ln w="0">
            <a:noFill/>
          </a:ln>
        </p:spPr>
      </p:pic>
    </p:spTree>
  </p:cSld>
  <mc:AlternateContent>
    <mc:Choice Requires="p14">
      <p:transition spd="slow" p14:dur="2000"/>
    </mc:Choice>
    <mc:Fallback>
      <p:transition spd="slow"/>
    </mc:Fallback>
  </mc:AlternateContent>
  <p:timing>
    <p:tnLst>
      <p:par>
        <p:cTn id="286" dur="indefinite" restart="never" nodeType="tmRoot">
          <p:childTnLst>
            <p:seq>
              <p:cTn id="287" dur="indefinite" nodeType="mainSeq">
                <p:childTnLst>
                  <p:par>
                    <p:cTn id="288" fill="hold">
                      <p:stCondLst>
                        <p:cond delay="indefinite"/>
                      </p:stCondLst>
                      <p:childTnLst>
                        <p:par>
                          <p:cTn id="289" fill="hold">
                            <p:stCondLst>
                              <p:cond delay="0"/>
                            </p:stCondLst>
                            <p:childTnLst>
                              <p:par>
                                <p:cTn id="290" nodeType="clickEffect" fill="hold" presetClass="entr" presetID="53" presetSubtype="16">
                                  <p:stCondLst>
                                    <p:cond delay="0"/>
                                  </p:stCondLst>
                                  <p:childTnLst>
                                    <p:set>
                                      <p:cBhvr>
                                        <p:cTn id="291" dur="1" fill="hold">
                                          <p:stCondLst>
                                            <p:cond delay="0"/>
                                          </p:stCondLst>
                                        </p:cTn>
                                        <p:tgtEl>
                                          <p:spTgt spid="517"/>
                                        </p:tgtEl>
                                        <p:attrNameLst>
                                          <p:attrName>style.visibility</p:attrName>
                                        </p:attrNameLst>
                                      </p:cBhvr>
                                      <p:to>
                                        <p:strVal val="visible"/>
                                      </p:to>
                                    </p:set>
                                    <p:anim calcmode="lin" valueType="num">
                                      <p:cBhvr additive="repl">
                                        <p:cTn id="292" dur="500" fill="hold"/>
                                        <p:tgtEl>
                                          <p:spTgt spid="517"/>
                                        </p:tgtEl>
                                        <p:attrNameLst>
                                          <p:attrName>ppt_w</p:attrName>
                                        </p:attrNameLst>
                                      </p:cBhvr>
                                      <p:tavLst>
                                        <p:tav tm="0">
                                          <p:val>
                                            <p:fltVal val="0"/>
                                          </p:val>
                                        </p:tav>
                                        <p:tav tm="100000">
                                          <p:val>
                                            <p:strVal val="#ppt_w"/>
                                          </p:val>
                                        </p:tav>
                                      </p:tavLst>
                                    </p:anim>
                                    <p:anim calcmode="lin" valueType="num">
                                      <p:cBhvr additive="repl">
                                        <p:cTn id="293" dur="500" fill="hold"/>
                                        <p:tgtEl>
                                          <p:spTgt spid="517"/>
                                        </p:tgtEl>
                                        <p:attrNameLst>
                                          <p:attrName>ppt_h</p:attrName>
                                        </p:attrNameLst>
                                      </p:cBhvr>
                                      <p:tavLst>
                                        <p:tav tm="0">
                                          <p:val>
                                            <p:fltVal val="0"/>
                                          </p:val>
                                        </p:tav>
                                        <p:tav tm="100000">
                                          <p:val>
                                            <p:strVal val="#ppt_h"/>
                                          </p:val>
                                        </p:tav>
                                      </p:tavLst>
                                    </p:anim>
                                    <p:animEffect filter="fade" transition="in">
                                      <p:cBhvr additive="repl">
                                        <p:cTn id="294" dur="500"/>
                                        <p:tgtEl>
                                          <p:spTgt spid="517"/>
                                        </p:tgtEl>
                                      </p:cBhvr>
                                    </p:animEffect>
                                  </p:childTnLst>
                                </p:cTn>
                              </p:par>
                            </p:childTnLst>
                          </p:cTn>
                        </p:par>
                      </p:childTnLst>
                    </p:cTn>
                  </p:par>
                  <p:par>
                    <p:cTn id="295" fill="hold">
                      <p:stCondLst>
                        <p:cond delay="indefinite"/>
                      </p:stCondLst>
                      <p:childTnLst>
                        <p:par>
                          <p:cTn id="296" fill="hold">
                            <p:stCondLst>
                              <p:cond delay="0"/>
                            </p:stCondLst>
                            <p:childTnLst>
                              <p:par>
                                <p:cTn id="297" nodeType="clickEffect" fill="hold" presetClass="entr" presetID="12" presetSubtype="4">
                                  <p:stCondLst>
                                    <p:cond delay="0"/>
                                  </p:stCondLst>
                                  <p:endCondLst>
                                    <p:cond delay="0" evt="begin">
                                      <p:tn val="297"/>
                                    </p:cond>
                                  </p:endCondLst>
                                  <p:childTnLst>
                                    <p:set>
                                      <p:cBhvr>
                                        <p:cTn id="298" dur="1" fill="hold">
                                          <p:stCondLst>
                                            <p:cond delay="0"/>
                                          </p:stCondLst>
                                        </p:cTn>
                                        <p:tgtEl>
                                          <p:spTgt spid="519"/>
                                        </p:tgtEl>
                                        <p:attrNameLst>
                                          <p:attrName>style.visibility</p:attrName>
                                        </p:attrNameLst>
                                      </p:cBhvr>
                                      <p:to>
                                        <p:strVal val="visible"/>
                                      </p:to>
                                    </p:set>
                                    <p:anim calcmode="lin" valueType="num">
                                      <p:cBhvr additive="repl">
                                        <p:cTn id="299" dur="500"/>
                                        <p:tgtEl>
                                          <p:spTgt spid="519"/>
                                        </p:tgtEl>
                                        <p:attrNameLst>
                                          <p:attrName>ppt_y</p:attrName>
                                        </p:attrNameLst>
                                      </p:cBhvr>
                                      <p:tavLst>
                                        <p:tav tm="0">
                                          <p:val>
                                            <p:strVal val="#ppt_y+#ppt_h*1.125000"/>
                                          </p:val>
                                        </p:tav>
                                        <p:tav tm="100000">
                                          <p:val>
                                            <p:strVal val="#ppt_y"/>
                                          </p:val>
                                        </p:tav>
                                      </p:tavLst>
                                    </p:anim>
                                    <p:animEffect filter="wipe(up)" transition="in">
                                      <p:cBhvr additive="repl">
                                        <p:cTn id="300" dur="500"/>
                                        <p:tgtEl>
                                          <p:spTgt spid="519"/>
                                        </p:tgtEl>
                                      </p:cBhvr>
                                    </p:animEffect>
                                  </p:childTnLst>
                                </p:cTn>
                              </p:par>
                            </p:childTnLst>
                          </p:cTn>
                        </p:par>
                      </p:childTnLst>
                    </p:cTn>
                  </p:par>
                  <p:par>
                    <p:cTn id="301" fill="hold">
                      <p:stCondLst>
                        <p:cond delay="indefinite"/>
                      </p:stCondLst>
                      <p:childTnLst>
                        <p:par>
                          <p:cTn id="302" fill="hold">
                            <p:stCondLst>
                              <p:cond delay="0"/>
                            </p:stCondLst>
                            <p:childTnLst>
                              <p:par>
                                <p:cTn id="303" nodeType="clickEffect" fill="hold" presetClass="entr" presetID="12" presetSubtype="4">
                                  <p:stCondLst>
                                    <p:cond delay="0"/>
                                  </p:stCondLst>
                                  <p:childTnLst>
                                    <p:set>
                                      <p:cBhvr>
                                        <p:cTn id="304" dur="1" fill="hold">
                                          <p:stCondLst>
                                            <p:cond delay="0"/>
                                          </p:stCondLst>
                                        </p:cTn>
                                        <p:tgtEl>
                                          <p:spTgt spid="518">
                                            <p:txEl>
                                              <p:pRg st="0" end="0"/>
                                            </p:txEl>
                                          </p:spTgt>
                                        </p:tgtEl>
                                        <p:attrNameLst>
                                          <p:attrName>style.visibility</p:attrName>
                                        </p:attrNameLst>
                                      </p:cBhvr>
                                      <p:to>
                                        <p:strVal val="visible"/>
                                      </p:to>
                                    </p:set>
                                    <p:anim calcmode="lin" valueType="num">
                                      <p:cBhvr additive="repl">
                                        <p:cTn id="305" dur="500"/>
                                        <p:tgtEl>
                                          <p:spTgt spid="518">
                                            <p:txEl>
                                              <p:pRg st="0" end="0"/>
                                            </p:txEl>
                                          </p:spTgt>
                                        </p:tgtEl>
                                        <p:attrNameLst>
                                          <p:attrName>ppt_y</p:attrName>
                                        </p:attrNameLst>
                                      </p:cBhvr>
                                      <p:tavLst>
                                        <p:tav tm="0">
                                          <p:val>
                                            <p:strVal val="#ppt_y+#ppt_h*1.125000"/>
                                          </p:val>
                                        </p:tav>
                                        <p:tav tm="100000">
                                          <p:val>
                                            <p:strVal val="#ppt_y"/>
                                          </p:val>
                                        </p:tav>
                                      </p:tavLst>
                                    </p:anim>
                                    <p:animEffect filter="wipe(up)" transition="in">
                                      <p:cBhvr additive="repl">
                                        <p:cTn id="306" dur="500"/>
                                        <p:tgtEl>
                                          <p:spTgt spid="518">
                                            <p:txEl>
                                              <p:pRg st="0" end="0"/>
                                            </p:txEl>
                                          </p:spTgt>
                                        </p:tgtEl>
                                      </p:cBhvr>
                                    </p:animEffect>
                                  </p:childTnLst>
                                </p:cTn>
                              </p:par>
                            </p:childTnLst>
                          </p:cTn>
                        </p:par>
                      </p:childTnLst>
                    </p:cTn>
                  </p:par>
                  <p:par>
                    <p:cTn id="307" fill="hold">
                      <p:stCondLst>
                        <p:cond delay="indefinite"/>
                      </p:stCondLst>
                      <p:childTnLst>
                        <p:par>
                          <p:cTn id="308" fill="hold">
                            <p:stCondLst>
                              <p:cond delay="0"/>
                            </p:stCondLst>
                            <p:childTnLst>
                              <p:par>
                                <p:cTn id="309" nodeType="clickEffect" fill="hold" presetClass="entr" presetID="12" presetSubtype="4">
                                  <p:stCondLst>
                                    <p:cond delay="0"/>
                                  </p:stCondLst>
                                  <p:endCondLst>
                                    <p:cond delay="0" evt="begin">
                                      <p:tn val="309"/>
                                    </p:cond>
                                  </p:endCondLst>
                                  <p:childTnLst>
                                    <p:set>
                                      <p:cBhvr>
                                        <p:cTn id="310" dur="1" fill="hold">
                                          <p:stCondLst>
                                            <p:cond delay="0"/>
                                          </p:stCondLst>
                                        </p:cTn>
                                        <p:tgtEl>
                                          <p:spTgt spid="520"/>
                                        </p:tgtEl>
                                        <p:attrNameLst>
                                          <p:attrName>style.visibility</p:attrName>
                                        </p:attrNameLst>
                                      </p:cBhvr>
                                      <p:to>
                                        <p:strVal val="visible"/>
                                      </p:to>
                                    </p:set>
                                    <p:anim calcmode="lin" valueType="num">
                                      <p:cBhvr additive="repl">
                                        <p:cTn id="311" dur="500"/>
                                        <p:tgtEl>
                                          <p:spTgt spid="520"/>
                                        </p:tgtEl>
                                        <p:attrNameLst>
                                          <p:attrName>ppt_y</p:attrName>
                                        </p:attrNameLst>
                                      </p:cBhvr>
                                      <p:tavLst>
                                        <p:tav tm="0">
                                          <p:val>
                                            <p:strVal val="#ppt_y+#ppt_h*1.125000"/>
                                          </p:val>
                                        </p:tav>
                                        <p:tav tm="100000">
                                          <p:val>
                                            <p:strVal val="#ppt_y"/>
                                          </p:val>
                                        </p:tav>
                                      </p:tavLst>
                                    </p:anim>
                                    <p:animEffect filter="wipe(up)" transition="in">
                                      <p:cBhvr additive="repl">
                                        <p:cTn id="312" dur="500"/>
                                        <p:tgtEl>
                                          <p:spTgt spid="520"/>
                                        </p:tgtEl>
                                      </p:cBhvr>
                                    </p:animEffect>
                                  </p:childTnLst>
                                </p:cTn>
                              </p:par>
                            </p:childTnLst>
                          </p:cTn>
                        </p:par>
                      </p:childTnLst>
                    </p:cTn>
                  </p:par>
                  <p:par>
                    <p:cTn id="313" fill="hold">
                      <p:stCondLst>
                        <p:cond delay="indefinite"/>
                      </p:stCondLst>
                      <p:childTnLst>
                        <p:par>
                          <p:cTn id="314" fill="hold">
                            <p:stCondLst>
                              <p:cond delay="0"/>
                            </p:stCondLst>
                            <p:childTnLst>
                              <p:par>
                                <p:cTn id="315" nodeType="clickEffect" fill="hold" presetClass="entr" presetID="12" presetSubtype="4">
                                  <p:stCondLst>
                                    <p:cond delay="0"/>
                                  </p:stCondLst>
                                  <p:endCondLst>
                                    <p:cond delay="0" evt="begin">
                                      <p:tn val="315"/>
                                    </p:cond>
                                  </p:endCondLst>
                                  <p:childTnLst>
                                    <p:set>
                                      <p:cBhvr>
                                        <p:cTn id="316" dur="1" fill="hold">
                                          <p:stCondLst>
                                            <p:cond delay="0"/>
                                          </p:stCondLst>
                                        </p:cTn>
                                        <p:tgtEl>
                                          <p:spTgt spid="522"/>
                                        </p:tgtEl>
                                        <p:attrNameLst>
                                          <p:attrName>style.visibility</p:attrName>
                                        </p:attrNameLst>
                                      </p:cBhvr>
                                      <p:to>
                                        <p:strVal val="visible"/>
                                      </p:to>
                                    </p:set>
                                    <p:anim calcmode="lin" valueType="num">
                                      <p:cBhvr additive="repl">
                                        <p:cTn id="317" dur="500"/>
                                        <p:tgtEl>
                                          <p:spTgt spid="522"/>
                                        </p:tgtEl>
                                        <p:attrNameLst>
                                          <p:attrName>ppt_y</p:attrName>
                                        </p:attrNameLst>
                                      </p:cBhvr>
                                      <p:tavLst>
                                        <p:tav tm="0">
                                          <p:val>
                                            <p:strVal val="#ppt_y+#ppt_h*1.125000"/>
                                          </p:val>
                                        </p:tav>
                                        <p:tav tm="100000">
                                          <p:val>
                                            <p:strVal val="#ppt_y"/>
                                          </p:val>
                                        </p:tav>
                                      </p:tavLst>
                                    </p:anim>
                                    <p:animEffect filter="wipe(up)" transition="in">
                                      <p:cBhvr additive="repl">
                                        <p:cTn id="318" dur="500"/>
                                        <p:tgtEl>
                                          <p:spTgt spid="522"/>
                                        </p:tgtEl>
                                      </p:cBhvr>
                                    </p:animEffect>
                                  </p:childTnLst>
                                </p:cTn>
                              </p:par>
                            </p:childTnLst>
                          </p:cTn>
                        </p:par>
                      </p:childTnLst>
                    </p:cTn>
                  </p:par>
                  <p:par>
                    <p:cTn id="319" fill="hold">
                      <p:stCondLst>
                        <p:cond delay="indefinite"/>
                      </p:stCondLst>
                      <p:childTnLst>
                        <p:par>
                          <p:cTn id="320" fill="hold">
                            <p:stCondLst>
                              <p:cond delay="0"/>
                            </p:stCondLst>
                            <p:childTnLst>
                              <p:par>
                                <p:cTn id="321" nodeType="clickEffect" fill="hold" presetClass="entr" presetID="12" presetSubtype="4">
                                  <p:stCondLst>
                                    <p:cond delay="0"/>
                                  </p:stCondLst>
                                  <p:endCondLst>
                                    <p:cond delay="0" evt="begin">
                                      <p:tn val="321"/>
                                    </p:cond>
                                  </p:endCondLst>
                                  <p:childTnLst>
                                    <p:set>
                                      <p:cBhvr>
                                        <p:cTn id="322" dur="1" fill="hold">
                                          <p:stCondLst>
                                            <p:cond delay="0"/>
                                          </p:stCondLst>
                                        </p:cTn>
                                        <p:tgtEl>
                                          <p:spTgt spid="521"/>
                                        </p:tgtEl>
                                        <p:attrNameLst>
                                          <p:attrName>style.visibility</p:attrName>
                                        </p:attrNameLst>
                                      </p:cBhvr>
                                      <p:to>
                                        <p:strVal val="visible"/>
                                      </p:to>
                                    </p:set>
                                    <p:anim calcmode="lin" valueType="num">
                                      <p:cBhvr additive="repl">
                                        <p:cTn id="323" dur="500"/>
                                        <p:tgtEl>
                                          <p:spTgt spid="521"/>
                                        </p:tgtEl>
                                        <p:attrNameLst>
                                          <p:attrName>ppt_y</p:attrName>
                                        </p:attrNameLst>
                                      </p:cBhvr>
                                      <p:tavLst>
                                        <p:tav tm="0">
                                          <p:val>
                                            <p:strVal val="#ppt_y+#ppt_h*1.125000"/>
                                          </p:val>
                                        </p:tav>
                                        <p:tav tm="100000">
                                          <p:val>
                                            <p:strVal val="#ppt_y"/>
                                          </p:val>
                                        </p:tav>
                                      </p:tavLst>
                                    </p:anim>
                                    <p:animEffect filter="wipe(up)" transition="in">
                                      <p:cBhvr additive="repl">
                                        <p:cTn id="324" dur="500"/>
                                        <p:tgtEl>
                                          <p:spTgt spid="521"/>
                                        </p:tgtEl>
                                      </p:cBhvr>
                                    </p:animEffect>
                                  </p:childTnLst>
                                </p:cTn>
                              </p:par>
                            </p:childTnLst>
                          </p:cTn>
                        </p:par>
                      </p:childTnLst>
                    </p:cTn>
                  </p:par>
                  <p:par>
                    <p:cTn id="325" fill="hold">
                      <p:stCondLst>
                        <p:cond delay="indefinite"/>
                      </p:stCondLst>
                      <p:childTnLst>
                        <p:par>
                          <p:cTn id="326" fill="hold">
                            <p:stCondLst>
                              <p:cond delay="0"/>
                            </p:stCondLst>
                            <p:childTnLst>
                              <p:par>
                                <p:cTn id="327" nodeType="clickEffect" fill="hold" presetClass="entr" presetID="12" presetSubtype="4">
                                  <p:stCondLst>
                                    <p:cond delay="0"/>
                                  </p:stCondLst>
                                  <p:childTnLst>
                                    <p:set>
                                      <p:cBhvr>
                                        <p:cTn id="328" dur="1" fill="hold">
                                          <p:stCondLst>
                                            <p:cond delay="0"/>
                                          </p:stCondLst>
                                        </p:cTn>
                                        <p:tgtEl>
                                          <p:spTgt spid="523"/>
                                        </p:tgtEl>
                                        <p:attrNameLst>
                                          <p:attrName>style.visibility</p:attrName>
                                        </p:attrNameLst>
                                      </p:cBhvr>
                                      <p:to>
                                        <p:strVal val="visible"/>
                                      </p:to>
                                    </p:set>
                                    <p:anim calcmode="lin" valueType="num">
                                      <p:cBhvr additive="repl">
                                        <p:cTn id="329" dur="500"/>
                                        <p:tgtEl>
                                          <p:spTgt spid="523"/>
                                        </p:tgtEl>
                                        <p:attrNameLst>
                                          <p:attrName>ppt_y</p:attrName>
                                        </p:attrNameLst>
                                      </p:cBhvr>
                                      <p:tavLst>
                                        <p:tav tm="0">
                                          <p:val>
                                            <p:strVal val="#ppt_y+#ppt_h*1.125000"/>
                                          </p:val>
                                        </p:tav>
                                        <p:tav tm="100000">
                                          <p:val>
                                            <p:strVal val="#ppt_y"/>
                                          </p:val>
                                        </p:tav>
                                      </p:tavLst>
                                    </p:anim>
                                    <p:animEffect filter="wipe(up)" transition="in">
                                      <p:cBhvr additive="repl">
                                        <p:cTn id="330" dur="500"/>
                                        <p:tgtEl>
                                          <p:spTgt spid="5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2.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3.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4.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5.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6.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7.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8.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9.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15.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16.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17.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18.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19.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20.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21.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2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1358</TotalTime>
  <Application>LibreOffice/24.2.7.2$Linux_X86_64 LibreOffice_project/420$Build-2</Application>
  <AppVersion>15.0000</AppVersion>
  <Words>202</Words>
  <Paragraphs>26</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2021-07-11T13:13:15Z</dcterms:created>
  <dc:creator>Venkataswamy</dc:creator>
  <dc:description/>
  <dc:language>en-US</dc:language>
  <cp:lastModifiedBy/>
  <dcterms:modified xsi:type="dcterms:W3CDTF">2026-09-07T12:35:58Z</dcterms:modified>
  <cp:revision>99</cp:revision>
  <dc:subject/>
  <dc:title>MASKED HUNTERS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Notes">
    <vt:i4>1</vt:i4>
  </property>
  <property fmtid="{D5CDD505-2E9C-101B-9397-08002B2CF9AE}" pid="4" name="PresentationFormat">
    <vt:lpwstr>Widescreen</vt:lpwstr>
  </property>
  <property fmtid="{D5CDD505-2E9C-101B-9397-08002B2CF9AE}" pid="5" name="Slides">
    <vt:i4>14</vt:i4>
  </property>
</Properties>
</file>